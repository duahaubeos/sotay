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7556500" cy="10693400"/>
  <p:notesSz cx="6858000" cy="9144000"/>
  <p:embeddedFontLst>
    <p:embeddedFont>
      <p:font typeface="Bungee" panose="020B0604020202020204" charset="0"/>
      <p:regular r:id="rId14"/>
    </p:embeddedFont>
    <p:embeddedFont>
      <p:font typeface="Cabin Bold" panose="020B0604020202020204" charset="0"/>
      <p:regular r:id="rId15"/>
    </p:embeddedFont>
    <p:embeddedFont>
      <p:font typeface="HP001 4 hàng" panose="020B0603050302020204" pitchFamily="34" charset="0"/>
      <p:regular r:id="rId16"/>
      <p:bold r:id="rId17"/>
    </p:embeddedFont>
    <p:embeddedFont>
      <p:font typeface="HP001 5 hàng" panose="020B0603050302020204" pitchFamily="34"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BEC"/>
    <a:srgbClr val="ADCCCE"/>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3" d="100"/>
          <a:sy n="73" d="100"/>
        </p:scale>
        <p:origin x="624"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2B1E51-D88F-4F20-9041-E6FBC9E6A6F9}" type="datetimeFigureOut">
              <a:rPr lang="en-US" smtClean="0"/>
              <a:t>1/26/2026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272D6-2DF0-4F96-8178-21BC0975A4F9}" type="slidenum">
              <a:rPr lang="en-US" smtClean="0"/>
              <a:t>‹#›</a:t>
            </a:fld>
            <a:endParaRPr lang="en-US"/>
          </a:p>
        </p:txBody>
      </p:sp>
    </p:spTree>
    <p:extLst>
      <p:ext uri="{BB962C8B-B14F-4D97-AF65-F5344CB8AC3E}">
        <p14:creationId xmlns:p14="http://schemas.microsoft.com/office/powerpoint/2010/main" val="80851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272D6-2DF0-4F96-8178-21BC0975A4F9}" type="slidenum">
              <a:rPr lang="en-US" smtClean="0"/>
              <a:t>7</a:t>
            </a:fld>
            <a:endParaRPr lang="en-US"/>
          </a:p>
        </p:txBody>
      </p:sp>
    </p:spTree>
    <p:extLst>
      <p:ext uri="{BB962C8B-B14F-4D97-AF65-F5344CB8AC3E}">
        <p14:creationId xmlns:p14="http://schemas.microsoft.com/office/powerpoint/2010/main" val="14624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A4066-EAA9-6E96-138F-49B796738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87DDF-1344-CF0E-0A11-5EF485EEC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781FA-F7BD-9012-8379-B070739CFF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9685CE-3D32-4251-EC87-AF669690DCDD}"/>
              </a:ext>
            </a:extLst>
          </p:cNvPr>
          <p:cNvSpPr>
            <a:spLocks noGrp="1"/>
          </p:cNvSpPr>
          <p:nvPr>
            <p:ph type="sldNum" sz="quarter" idx="5"/>
          </p:nvPr>
        </p:nvSpPr>
        <p:spPr/>
        <p:txBody>
          <a:bodyPr/>
          <a:lstStyle/>
          <a:p>
            <a:fld id="{DB3272D6-2DF0-4F96-8178-21BC0975A4F9}" type="slidenum">
              <a:rPr lang="en-US" smtClean="0"/>
              <a:t>8</a:t>
            </a:fld>
            <a:endParaRPr lang="en-US"/>
          </a:p>
        </p:txBody>
      </p:sp>
    </p:spTree>
    <p:extLst>
      <p:ext uri="{BB962C8B-B14F-4D97-AF65-F5344CB8AC3E}">
        <p14:creationId xmlns:p14="http://schemas.microsoft.com/office/powerpoint/2010/main" val="1360136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DE686-4464-5F60-A491-54E7D36E8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53793-4EDF-B464-06C0-98AA6EED8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03888-C33F-4F34-94A4-69A9FE0DC1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993A4D-7D4F-1780-A06C-2ADBF0C1F4E4}"/>
              </a:ext>
            </a:extLst>
          </p:cNvPr>
          <p:cNvSpPr>
            <a:spLocks noGrp="1"/>
          </p:cNvSpPr>
          <p:nvPr>
            <p:ph type="sldNum" sz="quarter" idx="5"/>
          </p:nvPr>
        </p:nvSpPr>
        <p:spPr/>
        <p:txBody>
          <a:bodyPr/>
          <a:lstStyle/>
          <a:p>
            <a:fld id="{DB3272D6-2DF0-4F96-8178-21BC0975A4F9}" type="slidenum">
              <a:rPr lang="en-US" smtClean="0"/>
              <a:t>9</a:t>
            </a:fld>
            <a:endParaRPr lang="en-US"/>
          </a:p>
        </p:txBody>
      </p:sp>
    </p:spTree>
    <p:extLst>
      <p:ext uri="{BB962C8B-B14F-4D97-AF65-F5344CB8AC3E}">
        <p14:creationId xmlns:p14="http://schemas.microsoft.com/office/powerpoint/2010/main" val="159561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50482-1A77-1E70-CA3B-45C9C1589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81112-8ABA-D620-5337-AA8A141E1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82A0A-C17E-9F1C-A53A-A6EAEB627B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D1F006-D129-92CC-3C13-75C90B904EFE}"/>
              </a:ext>
            </a:extLst>
          </p:cNvPr>
          <p:cNvSpPr>
            <a:spLocks noGrp="1"/>
          </p:cNvSpPr>
          <p:nvPr>
            <p:ph type="sldNum" sz="quarter" idx="5"/>
          </p:nvPr>
        </p:nvSpPr>
        <p:spPr/>
        <p:txBody>
          <a:bodyPr/>
          <a:lstStyle/>
          <a:p>
            <a:fld id="{DB3272D6-2DF0-4F96-8178-21BC0975A4F9}" type="slidenum">
              <a:rPr lang="en-US" smtClean="0"/>
              <a:t>10</a:t>
            </a:fld>
            <a:endParaRPr lang="en-US"/>
          </a:p>
        </p:txBody>
      </p:sp>
    </p:spTree>
    <p:extLst>
      <p:ext uri="{BB962C8B-B14F-4D97-AF65-F5344CB8AC3E}">
        <p14:creationId xmlns:p14="http://schemas.microsoft.com/office/powerpoint/2010/main" val="4231085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EEE47-512D-722F-C05C-60BD88DD3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DD0AB-080B-B356-F799-F6A9F5193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4AF5D-C8CE-12F2-D4D5-88D498964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376E5C-7C68-FA8C-5E93-3142678ABD9F}"/>
              </a:ext>
            </a:extLst>
          </p:cNvPr>
          <p:cNvSpPr>
            <a:spLocks noGrp="1"/>
          </p:cNvSpPr>
          <p:nvPr>
            <p:ph type="sldNum" sz="quarter" idx="5"/>
          </p:nvPr>
        </p:nvSpPr>
        <p:spPr/>
        <p:txBody>
          <a:bodyPr/>
          <a:lstStyle/>
          <a:p>
            <a:fld id="{DB3272D6-2DF0-4F96-8178-21BC0975A4F9}" type="slidenum">
              <a:rPr lang="en-US" smtClean="0"/>
              <a:t>11</a:t>
            </a:fld>
            <a:endParaRPr lang="en-US"/>
          </a:p>
        </p:txBody>
      </p:sp>
    </p:spTree>
    <p:extLst>
      <p:ext uri="{BB962C8B-B14F-4D97-AF65-F5344CB8AC3E}">
        <p14:creationId xmlns:p14="http://schemas.microsoft.com/office/powerpoint/2010/main" val="2723197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otGrid">
          <a:fgClr>
            <a:srgbClr val="E0EBEC"/>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9"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20.sv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41"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jpe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36" Type="http://schemas.openxmlformats.org/officeDocument/2006/relationships/image" Target="../media/image35.svg"/><Relationship Id="rId49" Type="http://schemas.openxmlformats.org/officeDocument/2006/relationships/image" Target="../media/image48.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4" Type="http://schemas.openxmlformats.org/officeDocument/2006/relationships/image" Target="../media/image43.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19.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41"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5.svg"/><Relationship Id="rId49" Type="http://schemas.openxmlformats.org/officeDocument/2006/relationships/image" Target="../media/image48.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3.svg"/><Relationship Id="rId4" Type="http://schemas.openxmlformats.org/officeDocument/2006/relationships/image" Target="../media/image49.jpe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6.svg"/></Relationships>
</file>

<file path=ppt/slides/_rels/slide3.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19.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41"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5.svg"/><Relationship Id="rId49" Type="http://schemas.openxmlformats.org/officeDocument/2006/relationships/image" Target="../media/image48.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3.svg"/><Relationship Id="rId4" Type="http://schemas.openxmlformats.org/officeDocument/2006/relationships/image" Target="../media/image50.jpe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6.svg"/></Relationships>
</file>

<file path=ppt/slides/_rels/slide4.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19.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41"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5.svg"/><Relationship Id="rId49" Type="http://schemas.openxmlformats.org/officeDocument/2006/relationships/image" Target="../media/image48.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3.svg"/><Relationship Id="rId4" Type="http://schemas.openxmlformats.org/officeDocument/2006/relationships/image" Target="../media/image51.jpe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6.svg"/></Relationships>
</file>

<file path=ppt/slides/_rels/slide5.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19.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41"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5.svg"/><Relationship Id="rId49" Type="http://schemas.openxmlformats.org/officeDocument/2006/relationships/image" Target="../media/image48.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3.svg"/><Relationship Id="rId4" Type="http://schemas.openxmlformats.org/officeDocument/2006/relationships/image" Target="../media/image52.jpe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6.svg"/></Relationships>
</file>

<file path=ppt/slides/_rels/slide6.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19.png"/><Relationship Id="rId34" Type="http://schemas.openxmlformats.org/officeDocument/2006/relationships/image" Target="../media/image33.svg"/><Relationship Id="rId42" Type="http://schemas.openxmlformats.org/officeDocument/2006/relationships/image" Target="../media/image41.svg"/><Relationship Id="rId47" Type="http://schemas.openxmlformats.org/officeDocument/2006/relationships/image" Target="../media/image46.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2.png"/><Relationship Id="rId38" Type="http://schemas.openxmlformats.org/officeDocument/2006/relationships/image" Target="../media/image37.svg"/><Relationship Id="rId46"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41"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6.png"/><Relationship Id="rId40" Type="http://schemas.openxmlformats.org/officeDocument/2006/relationships/image" Target="../media/image39.svg"/><Relationship Id="rId45" Type="http://schemas.openxmlformats.org/officeDocument/2006/relationships/image" Target="../media/image44.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5.svg"/><Relationship Id="rId49" Type="http://schemas.openxmlformats.org/officeDocument/2006/relationships/image" Target="../media/image48.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3.svg"/><Relationship Id="rId4" Type="http://schemas.openxmlformats.org/officeDocument/2006/relationships/image" Target="../media/image53.jpe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svg"/><Relationship Id="rId8" Type="http://schemas.openxmlformats.org/officeDocument/2006/relationships/image" Target="../media/image6.svg"/></Relationships>
</file>

<file path=ppt/slides/_rels/slide7.xml.rels><?xml version="1.0" encoding="UTF-8" standalone="yes"?>
<Relationships xmlns="http://schemas.openxmlformats.org/package/2006/relationships"><Relationship Id="rId13" Type="http://schemas.openxmlformats.org/officeDocument/2006/relationships/image" Target="../media/image10.svg"/><Relationship Id="rId18" Type="http://schemas.openxmlformats.org/officeDocument/2006/relationships/image" Target="../media/image15.png"/><Relationship Id="rId26" Type="http://schemas.openxmlformats.org/officeDocument/2006/relationships/image" Target="../media/image23.png"/><Relationship Id="rId39" Type="http://schemas.openxmlformats.org/officeDocument/2006/relationships/image" Target="../media/image37.svg"/><Relationship Id="rId3" Type="http://schemas.openxmlformats.org/officeDocument/2006/relationships/image" Target="../media/image1.png"/><Relationship Id="rId21" Type="http://schemas.openxmlformats.org/officeDocument/2006/relationships/image" Target="../media/image18.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svg"/><Relationship Id="rId33" Type="http://schemas.openxmlformats.org/officeDocument/2006/relationships/image" Target="../media/image30.svg"/><Relationship Id="rId38" Type="http://schemas.openxmlformats.org/officeDocument/2006/relationships/image" Target="../media/image36.png"/><Relationship Id="rId46" Type="http://schemas.openxmlformats.org/officeDocument/2006/relationships/image" Target="../media/image4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26.svg"/><Relationship Id="rId41"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24" Type="http://schemas.openxmlformats.org/officeDocument/2006/relationships/image" Target="../media/image21.png"/><Relationship Id="rId32" Type="http://schemas.openxmlformats.org/officeDocument/2006/relationships/image" Target="../media/image29.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 Type="http://schemas.openxmlformats.org/officeDocument/2006/relationships/image" Target="../media/image54.jpeg"/><Relationship Id="rId15" Type="http://schemas.openxmlformats.org/officeDocument/2006/relationships/image" Target="../media/image12.svg"/><Relationship Id="rId23" Type="http://schemas.openxmlformats.org/officeDocument/2006/relationships/image" Target="../media/image20.svg"/><Relationship Id="rId28" Type="http://schemas.openxmlformats.org/officeDocument/2006/relationships/image" Target="../media/image25.png"/><Relationship Id="rId36" Type="http://schemas.openxmlformats.org/officeDocument/2006/relationships/image" Target="../media/image34.png"/><Relationship Id="rId49" Type="http://schemas.openxmlformats.org/officeDocument/2006/relationships/image" Target="../media/image47.svg"/><Relationship Id="rId10" Type="http://schemas.openxmlformats.org/officeDocument/2006/relationships/image" Target="../media/image7.png"/><Relationship Id="rId19" Type="http://schemas.openxmlformats.org/officeDocument/2006/relationships/image" Target="../media/image16.svg"/><Relationship Id="rId31" Type="http://schemas.openxmlformats.org/officeDocument/2006/relationships/image" Target="../media/image28.sv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27.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3" Type="http://schemas.openxmlformats.org/officeDocument/2006/relationships/image" Target="../media/image10.svg"/><Relationship Id="rId18" Type="http://schemas.openxmlformats.org/officeDocument/2006/relationships/image" Target="../media/image15.png"/><Relationship Id="rId26" Type="http://schemas.openxmlformats.org/officeDocument/2006/relationships/image" Target="../media/image23.png"/><Relationship Id="rId39" Type="http://schemas.openxmlformats.org/officeDocument/2006/relationships/image" Target="../media/image37.svg"/><Relationship Id="rId3" Type="http://schemas.openxmlformats.org/officeDocument/2006/relationships/image" Target="../media/image1.png"/><Relationship Id="rId21" Type="http://schemas.openxmlformats.org/officeDocument/2006/relationships/image" Target="../media/image18.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svg"/><Relationship Id="rId33" Type="http://schemas.openxmlformats.org/officeDocument/2006/relationships/image" Target="../media/image30.svg"/><Relationship Id="rId38" Type="http://schemas.openxmlformats.org/officeDocument/2006/relationships/image" Target="../media/image36.png"/><Relationship Id="rId46" Type="http://schemas.openxmlformats.org/officeDocument/2006/relationships/image" Target="../media/image44.png"/><Relationship Id="rId2" Type="http://schemas.openxmlformats.org/officeDocument/2006/relationships/notesSlide" Target="../notesSlides/notesSlide2.xml"/><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26.svg"/><Relationship Id="rId41"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24" Type="http://schemas.openxmlformats.org/officeDocument/2006/relationships/image" Target="../media/image21.png"/><Relationship Id="rId32" Type="http://schemas.openxmlformats.org/officeDocument/2006/relationships/image" Target="../media/image29.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 Type="http://schemas.openxmlformats.org/officeDocument/2006/relationships/image" Target="../media/image55.jpeg"/><Relationship Id="rId15" Type="http://schemas.openxmlformats.org/officeDocument/2006/relationships/image" Target="../media/image12.svg"/><Relationship Id="rId23" Type="http://schemas.openxmlformats.org/officeDocument/2006/relationships/image" Target="../media/image20.svg"/><Relationship Id="rId28" Type="http://schemas.openxmlformats.org/officeDocument/2006/relationships/image" Target="../media/image25.png"/><Relationship Id="rId36" Type="http://schemas.openxmlformats.org/officeDocument/2006/relationships/image" Target="../media/image34.png"/><Relationship Id="rId49" Type="http://schemas.openxmlformats.org/officeDocument/2006/relationships/image" Target="../media/image47.svg"/><Relationship Id="rId10" Type="http://schemas.openxmlformats.org/officeDocument/2006/relationships/image" Target="../media/image7.png"/><Relationship Id="rId19" Type="http://schemas.openxmlformats.org/officeDocument/2006/relationships/image" Target="../media/image16.svg"/><Relationship Id="rId31" Type="http://schemas.openxmlformats.org/officeDocument/2006/relationships/image" Target="../media/image28.sv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27.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3" Type="http://schemas.openxmlformats.org/officeDocument/2006/relationships/image" Target="../media/image10.svg"/><Relationship Id="rId18" Type="http://schemas.openxmlformats.org/officeDocument/2006/relationships/image" Target="../media/image15.png"/><Relationship Id="rId26" Type="http://schemas.openxmlformats.org/officeDocument/2006/relationships/image" Target="../media/image23.png"/><Relationship Id="rId39" Type="http://schemas.openxmlformats.org/officeDocument/2006/relationships/image" Target="../media/image37.svg"/><Relationship Id="rId3" Type="http://schemas.openxmlformats.org/officeDocument/2006/relationships/image" Target="../media/image1.png"/><Relationship Id="rId21" Type="http://schemas.openxmlformats.org/officeDocument/2006/relationships/image" Target="../media/image18.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svg"/><Relationship Id="rId33" Type="http://schemas.openxmlformats.org/officeDocument/2006/relationships/image" Target="../media/image30.svg"/><Relationship Id="rId38" Type="http://schemas.openxmlformats.org/officeDocument/2006/relationships/image" Target="../media/image36.png"/><Relationship Id="rId46" Type="http://schemas.openxmlformats.org/officeDocument/2006/relationships/image" Target="../media/image44.png"/><Relationship Id="rId2" Type="http://schemas.openxmlformats.org/officeDocument/2006/relationships/notesSlide" Target="../notesSlides/notesSlide3.xml"/><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26.svg"/><Relationship Id="rId41"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24" Type="http://schemas.openxmlformats.org/officeDocument/2006/relationships/image" Target="../media/image21.png"/><Relationship Id="rId32" Type="http://schemas.openxmlformats.org/officeDocument/2006/relationships/image" Target="../media/image29.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 Type="http://schemas.openxmlformats.org/officeDocument/2006/relationships/image" Target="../media/image56.jpeg"/><Relationship Id="rId15" Type="http://schemas.openxmlformats.org/officeDocument/2006/relationships/image" Target="../media/image12.svg"/><Relationship Id="rId23" Type="http://schemas.openxmlformats.org/officeDocument/2006/relationships/image" Target="../media/image20.svg"/><Relationship Id="rId28" Type="http://schemas.openxmlformats.org/officeDocument/2006/relationships/image" Target="../media/image25.png"/><Relationship Id="rId36" Type="http://schemas.openxmlformats.org/officeDocument/2006/relationships/image" Target="../media/image34.png"/><Relationship Id="rId49" Type="http://schemas.openxmlformats.org/officeDocument/2006/relationships/image" Target="../media/image47.svg"/><Relationship Id="rId10" Type="http://schemas.openxmlformats.org/officeDocument/2006/relationships/image" Target="../media/image7.png"/><Relationship Id="rId19" Type="http://schemas.openxmlformats.org/officeDocument/2006/relationships/image" Target="../media/image16.svg"/><Relationship Id="rId31" Type="http://schemas.openxmlformats.org/officeDocument/2006/relationships/image" Target="../media/image28.sv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27.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13" Type="http://schemas.openxmlformats.org/officeDocument/2006/relationships/image" Target="../media/image10.svg"/><Relationship Id="rId18" Type="http://schemas.openxmlformats.org/officeDocument/2006/relationships/image" Target="../media/image15.png"/><Relationship Id="rId26" Type="http://schemas.openxmlformats.org/officeDocument/2006/relationships/image" Target="../media/image23.png"/><Relationship Id="rId39" Type="http://schemas.openxmlformats.org/officeDocument/2006/relationships/image" Target="../media/image37.svg"/><Relationship Id="rId3" Type="http://schemas.openxmlformats.org/officeDocument/2006/relationships/image" Target="../media/image1.png"/><Relationship Id="rId21" Type="http://schemas.openxmlformats.org/officeDocument/2006/relationships/image" Target="../media/image18.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svg"/><Relationship Id="rId33" Type="http://schemas.openxmlformats.org/officeDocument/2006/relationships/image" Target="../media/image30.svg"/><Relationship Id="rId38" Type="http://schemas.openxmlformats.org/officeDocument/2006/relationships/image" Target="../media/image36.png"/><Relationship Id="rId46" Type="http://schemas.openxmlformats.org/officeDocument/2006/relationships/image" Target="../media/image44.png"/><Relationship Id="rId2" Type="http://schemas.openxmlformats.org/officeDocument/2006/relationships/notesSlide" Target="../notesSlides/notesSlide4.xml"/><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26.svg"/><Relationship Id="rId41"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24" Type="http://schemas.openxmlformats.org/officeDocument/2006/relationships/image" Target="../media/image21.png"/><Relationship Id="rId32" Type="http://schemas.openxmlformats.org/officeDocument/2006/relationships/image" Target="../media/image29.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 Type="http://schemas.openxmlformats.org/officeDocument/2006/relationships/image" Target="../media/image57.jpeg"/><Relationship Id="rId15" Type="http://schemas.openxmlformats.org/officeDocument/2006/relationships/image" Target="../media/image12.svg"/><Relationship Id="rId23" Type="http://schemas.openxmlformats.org/officeDocument/2006/relationships/image" Target="../media/image20.svg"/><Relationship Id="rId28" Type="http://schemas.openxmlformats.org/officeDocument/2006/relationships/image" Target="../media/image25.png"/><Relationship Id="rId36" Type="http://schemas.openxmlformats.org/officeDocument/2006/relationships/image" Target="../media/image34.png"/><Relationship Id="rId49" Type="http://schemas.openxmlformats.org/officeDocument/2006/relationships/image" Target="../media/image47.svg"/><Relationship Id="rId10" Type="http://schemas.openxmlformats.org/officeDocument/2006/relationships/image" Target="../media/image7.png"/><Relationship Id="rId19" Type="http://schemas.openxmlformats.org/officeDocument/2006/relationships/image" Target="../media/image16.svg"/><Relationship Id="rId31" Type="http://schemas.openxmlformats.org/officeDocument/2006/relationships/image" Target="../media/image28.sv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27.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8" Type="http://schemas.openxmlformats.org/officeDocument/2006/relationships/image" Target="../media/image5.png"/></Relationships>
</file>

<file path=ppt/slides/_rels/slide11.xml.rels><?xml version="1.0" encoding="UTF-8" standalone="yes"?>
<Relationships xmlns="http://schemas.openxmlformats.org/package/2006/relationships"><Relationship Id="rId13" Type="http://schemas.openxmlformats.org/officeDocument/2006/relationships/image" Target="../media/image10.svg"/><Relationship Id="rId18" Type="http://schemas.openxmlformats.org/officeDocument/2006/relationships/image" Target="../media/image15.png"/><Relationship Id="rId26" Type="http://schemas.openxmlformats.org/officeDocument/2006/relationships/image" Target="../media/image23.png"/><Relationship Id="rId39" Type="http://schemas.openxmlformats.org/officeDocument/2006/relationships/image" Target="../media/image37.svg"/><Relationship Id="rId3" Type="http://schemas.openxmlformats.org/officeDocument/2006/relationships/image" Target="../media/image1.png"/><Relationship Id="rId21" Type="http://schemas.openxmlformats.org/officeDocument/2006/relationships/image" Target="../media/image18.sv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svg"/><Relationship Id="rId50" Type="http://schemas.openxmlformats.org/officeDocument/2006/relationships/image" Target="../media/image48.pn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svg"/><Relationship Id="rId33" Type="http://schemas.openxmlformats.org/officeDocument/2006/relationships/image" Target="../media/image30.svg"/><Relationship Id="rId38" Type="http://schemas.openxmlformats.org/officeDocument/2006/relationships/image" Target="../media/image36.png"/><Relationship Id="rId46" Type="http://schemas.openxmlformats.org/officeDocument/2006/relationships/image" Target="../media/image44.png"/><Relationship Id="rId2" Type="http://schemas.openxmlformats.org/officeDocument/2006/relationships/notesSlide" Target="../notesSlides/notesSlide5.xml"/><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26.svg"/><Relationship Id="rId41"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24" Type="http://schemas.openxmlformats.org/officeDocument/2006/relationships/image" Target="../media/image21.png"/><Relationship Id="rId32" Type="http://schemas.openxmlformats.org/officeDocument/2006/relationships/image" Target="../media/image29.png"/><Relationship Id="rId37" Type="http://schemas.openxmlformats.org/officeDocument/2006/relationships/image" Target="../media/image35.svg"/><Relationship Id="rId40" Type="http://schemas.openxmlformats.org/officeDocument/2006/relationships/image" Target="../media/image38.png"/><Relationship Id="rId45" Type="http://schemas.openxmlformats.org/officeDocument/2006/relationships/image" Target="../media/image43.svg"/><Relationship Id="rId5" Type="http://schemas.openxmlformats.org/officeDocument/2006/relationships/image" Target="../media/image58.jpeg"/><Relationship Id="rId15" Type="http://schemas.openxmlformats.org/officeDocument/2006/relationships/image" Target="../media/image12.svg"/><Relationship Id="rId23" Type="http://schemas.openxmlformats.org/officeDocument/2006/relationships/image" Target="../media/image20.svg"/><Relationship Id="rId28" Type="http://schemas.openxmlformats.org/officeDocument/2006/relationships/image" Target="../media/image25.png"/><Relationship Id="rId36" Type="http://schemas.openxmlformats.org/officeDocument/2006/relationships/image" Target="../media/image34.png"/><Relationship Id="rId49" Type="http://schemas.openxmlformats.org/officeDocument/2006/relationships/image" Target="../media/image47.svg"/><Relationship Id="rId10" Type="http://schemas.openxmlformats.org/officeDocument/2006/relationships/image" Target="../media/image7.png"/><Relationship Id="rId19" Type="http://schemas.openxmlformats.org/officeDocument/2006/relationships/image" Target="../media/image16.svg"/><Relationship Id="rId31" Type="http://schemas.openxmlformats.org/officeDocument/2006/relationships/image" Target="../media/image28.sv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27.png"/><Relationship Id="rId35" Type="http://schemas.openxmlformats.org/officeDocument/2006/relationships/image" Target="../media/image33.svg"/><Relationship Id="rId43" Type="http://schemas.openxmlformats.org/officeDocument/2006/relationships/image" Target="../media/image41.svg"/><Relationship Id="rId48" Type="http://schemas.openxmlformats.org/officeDocument/2006/relationships/image" Target="../media/image46.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2"/>
            <a:stretch>
              <a:fillRect t="-619" r="-1791"/>
            </a:stretch>
          </a:blipFill>
        </p:spPr>
        <p:txBody>
          <a:bodyPr/>
          <a:lstStyle/>
          <a:p>
            <a:endParaRPr lang="en-US"/>
          </a:p>
        </p:txBody>
      </p:sp>
      <p:sp>
        <p:nvSpPr>
          <p:cNvPr id="6" name="Freeform 6"/>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3"/>
            <a:stretch>
              <a:fillRect/>
            </a:stretch>
          </a:blipFill>
        </p:spPr>
        <p:txBody>
          <a:bodyPr/>
          <a:lstStyle/>
          <a:p>
            <a:endParaRPr lang="en-US" dirty="0"/>
          </a:p>
        </p:txBody>
      </p:sp>
      <p:sp>
        <p:nvSpPr>
          <p:cNvPr id="8" name="Freeform 8"/>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4">
              <a:extLst>
                <a:ext uri="{96DAC541-7B7A-43D3-8B79-37D633B846F1}">
                  <asvg:svgBlip xmlns:asvg="http://schemas.microsoft.com/office/drawing/2016/SVG/main" r:embed="rId5"/>
                </a:ext>
              </a:extLst>
            </a:blip>
            <a:stretch>
              <a:fillRect t="-69489"/>
            </a:stretch>
          </a:blipFill>
        </p:spPr>
        <p:txBody>
          <a:bodyPr/>
          <a:lstStyle/>
          <a:p>
            <a:endParaRPr lang="en-US" dirty="0">
              <a:solidFill>
                <a:srgbClr val="FF0000"/>
              </a:solidFill>
            </a:endParaRPr>
          </a:p>
        </p:txBody>
      </p:sp>
      <p:sp>
        <p:nvSpPr>
          <p:cNvPr id="9" name="Freeform 9"/>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13" name="Freeform 13"/>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5" name="Freeform 15"/>
          <p:cNvSpPr/>
          <p:nvPr/>
        </p:nvSpPr>
        <p:spPr>
          <a:xfrm>
            <a:off x="1990893" y="783745"/>
            <a:ext cx="3557800" cy="610505"/>
          </a:xfrm>
          <a:prstGeom prst="roundRect">
            <a:avLst/>
          </a:pr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6" name="Freeform 16"/>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grpSp>
        <p:nvGrpSpPr>
          <p:cNvPr id="17" name="Group 17"/>
          <p:cNvGrpSpPr/>
          <p:nvPr/>
        </p:nvGrpSpPr>
        <p:grpSpPr>
          <a:xfrm>
            <a:off x="6641391" y="2371276"/>
            <a:ext cx="788925" cy="1028823"/>
            <a:chOff x="0" y="0"/>
            <a:chExt cx="452088" cy="589560"/>
          </a:xfrm>
        </p:grpSpPr>
        <p:sp>
          <p:nvSpPr>
            <p:cNvPr id="18" name="Freeform 18"/>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p:cNvGrpSpPr/>
          <p:nvPr/>
        </p:nvGrpSpPr>
        <p:grpSpPr>
          <a:xfrm>
            <a:off x="6641391" y="3478805"/>
            <a:ext cx="788925" cy="1028823"/>
            <a:chOff x="0" y="0"/>
            <a:chExt cx="452088" cy="589560"/>
          </a:xfrm>
        </p:grpSpPr>
        <p:sp>
          <p:nvSpPr>
            <p:cNvPr id="21" name="Freeform 21"/>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p:cNvGrpSpPr/>
          <p:nvPr/>
        </p:nvGrpSpPr>
        <p:grpSpPr>
          <a:xfrm>
            <a:off x="6641391" y="4756515"/>
            <a:ext cx="788925" cy="1028823"/>
            <a:chOff x="0" y="0"/>
            <a:chExt cx="452088" cy="589560"/>
          </a:xfrm>
        </p:grpSpPr>
        <p:sp>
          <p:nvSpPr>
            <p:cNvPr id="24" name="Freeform 24"/>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txBody>
          <a:bodyPr/>
          <a:lstStyle/>
          <a:p>
            <a:endParaRPr lang="en-US" dirty="0"/>
          </a:p>
        </p:txBody>
      </p:sp>
      <p:sp>
        <p:nvSpPr>
          <p:cNvPr id="30" name="Freeform 30"/>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31" name="Freeform 31"/>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2" name="Freeform 32"/>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dirty="0"/>
          </a:p>
        </p:txBody>
      </p:sp>
      <p:sp>
        <p:nvSpPr>
          <p:cNvPr id="33" name="Freeform 33"/>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34" name="Freeform 34"/>
          <p:cNvSpPr/>
          <p:nvPr/>
        </p:nvSpPr>
        <p:spPr>
          <a:xfrm rot="-822037">
            <a:off x="273309" y="7328442"/>
            <a:ext cx="2444341" cy="2731243"/>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7" name="Freeform 37"/>
          <p:cNvSpPr/>
          <p:nvPr/>
        </p:nvSpPr>
        <p:spPr>
          <a:xfrm>
            <a:off x="3419705" y="8463237"/>
            <a:ext cx="3745088" cy="1906224"/>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8" name="TextBox 38"/>
          <p:cNvSpPr txBox="1"/>
          <p:nvPr/>
        </p:nvSpPr>
        <p:spPr>
          <a:xfrm>
            <a:off x="3907067" y="9038420"/>
            <a:ext cx="2762568" cy="1077218"/>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a:t>
            </a:r>
            <a:r>
              <a:rPr lang="en-US" sz="1400" b="1" dirty="0">
                <a:solidFill>
                  <a:srgbClr val="C00000"/>
                </a:solidFill>
                <a:latin typeface="HP001 5 hàng" panose="020B0603050302020204" pitchFamily="34" charset="0"/>
              </a:rPr>
              <a:t>2</a:t>
            </a:r>
            <a:r>
              <a:rPr lang="vi-VN" sz="1400" b="1" dirty="0">
                <a:solidFill>
                  <a:srgbClr val="C00000"/>
                </a:solidFill>
                <a:latin typeface="HP001 5 hàng" panose="020B0603050302020204" pitchFamily="34" charset="0"/>
              </a:rPr>
              <a:t>, cô mong em tiếp tục phát huy những ưu điểm của mình và mạnh dạn hơn khi phát biểu ý kiến trong giờ học để kết quả học tập ngày càng tốt hơn.</a:t>
            </a:r>
          </a:p>
        </p:txBody>
      </p:sp>
      <p:sp>
        <p:nvSpPr>
          <p:cNvPr id="39" name="TextBox 39"/>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grpSp>
        <p:nvGrpSpPr>
          <p:cNvPr id="42" name="Group 42"/>
          <p:cNvGrpSpPr/>
          <p:nvPr/>
        </p:nvGrpSpPr>
        <p:grpSpPr>
          <a:xfrm rot="20918371">
            <a:off x="629462" y="3617683"/>
            <a:ext cx="1896130" cy="1896130"/>
            <a:chOff x="0" y="0"/>
            <a:chExt cx="812800" cy="812800"/>
          </a:xfrm>
        </p:grpSpPr>
        <p:sp>
          <p:nvSpPr>
            <p:cNvPr id="43" name="Freeform 43"/>
            <p:cNvSpPr/>
            <p:nvPr/>
          </p:nvSpPr>
          <p:spPr>
            <a:xfrm>
              <a:off x="0" y="0"/>
              <a:ext cx="812800" cy="812800"/>
            </a:xfrm>
            <a:custGeom>
              <a:avLst/>
              <a:gdLst/>
              <a:ahLst/>
              <a:cxnLst/>
              <a:rect l="l" t="t" r="r" b="b"/>
              <a:pathLst>
                <a:path w="812800" h="812800">
                  <a:moveTo>
                    <a:pt x="93909" y="0"/>
                  </a:moveTo>
                  <a:lnTo>
                    <a:pt x="718891" y="0"/>
                  </a:lnTo>
                  <a:cubicBezTo>
                    <a:pt x="743797" y="0"/>
                    <a:pt x="767683" y="9894"/>
                    <a:pt x="785295" y="27505"/>
                  </a:cubicBezTo>
                  <a:cubicBezTo>
                    <a:pt x="802906" y="45117"/>
                    <a:pt x="812800" y="69003"/>
                    <a:pt x="812800" y="93909"/>
                  </a:cubicBezTo>
                  <a:lnTo>
                    <a:pt x="812800" y="718891"/>
                  </a:lnTo>
                  <a:cubicBezTo>
                    <a:pt x="812800" y="743797"/>
                    <a:pt x="802906" y="767683"/>
                    <a:pt x="785295" y="785295"/>
                  </a:cubicBezTo>
                  <a:cubicBezTo>
                    <a:pt x="767683" y="802906"/>
                    <a:pt x="743797" y="812800"/>
                    <a:pt x="718891" y="812800"/>
                  </a:cubicBezTo>
                  <a:lnTo>
                    <a:pt x="93909" y="812800"/>
                  </a:lnTo>
                  <a:cubicBezTo>
                    <a:pt x="69003" y="812800"/>
                    <a:pt x="45117" y="802906"/>
                    <a:pt x="27505" y="785295"/>
                  </a:cubicBezTo>
                  <a:cubicBezTo>
                    <a:pt x="9894" y="767683"/>
                    <a:pt x="0" y="743797"/>
                    <a:pt x="0" y="718891"/>
                  </a:cubicBezTo>
                  <a:lnTo>
                    <a:pt x="0" y="93909"/>
                  </a:lnTo>
                  <a:cubicBezTo>
                    <a:pt x="0" y="69003"/>
                    <a:pt x="9894" y="45117"/>
                    <a:pt x="27505" y="27505"/>
                  </a:cubicBezTo>
                  <a:cubicBezTo>
                    <a:pt x="45117" y="9894"/>
                    <a:pt x="69003" y="0"/>
                    <a:pt x="93909" y="0"/>
                  </a:cubicBezTo>
                  <a:close/>
                </a:path>
              </a:pathLst>
            </a:custGeom>
            <a:blipFill>
              <a:blip r:embed="rId32"/>
              <a:stretch>
                <a:fillRect l="-48379" t="-41495" r="-1260" b="-58267"/>
              </a:stretch>
            </a:blipFill>
          </p:spPr>
          <p:txBody>
            <a:bodyPr/>
            <a:lstStyle/>
            <a:p>
              <a:endParaRPr lang="en-US"/>
            </a:p>
          </p:txBody>
        </p:sp>
      </p:grpSp>
      <p:sp>
        <p:nvSpPr>
          <p:cNvPr id="44" name="Freeform 44"/>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45" name="Freeform 45"/>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dirty="0"/>
          </a:p>
        </p:txBody>
      </p:sp>
      <p:sp>
        <p:nvSpPr>
          <p:cNvPr id="46" name="Freeform 46"/>
          <p:cNvSpPr/>
          <p:nvPr/>
        </p:nvSpPr>
        <p:spPr>
          <a:xfrm flipH="1">
            <a:off x="6446851" y="10057939"/>
            <a:ext cx="876637" cy="578422"/>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47" name="Freeform 47"/>
          <p:cNvSpPr/>
          <p:nvPr/>
        </p:nvSpPr>
        <p:spPr>
          <a:xfrm rot="1991133">
            <a:off x="2900854" y="9004867"/>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48" name="Freeform 48"/>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49" name="Freeform 49"/>
          <p:cNvSpPr/>
          <p:nvPr/>
        </p:nvSpPr>
        <p:spPr>
          <a:xfrm rot="5011075">
            <a:off x="67386" y="9872536"/>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txBody>
          <a:bodyPr/>
          <a:lstStyle/>
          <a:p>
            <a:endParaRPr lang="en-US"/>
          </a:p>
        </p:txBody>
      </p:sp>
      <p:sp>
        <p:nvSpPr>
          <p:cNvPr id="50" name="Freeform 50"/>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5">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51" name="Freeform 51"/>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2" name="Freeform 52"/>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49"/>
            <a:stretch>
              <a:fillRect/>
            </a:stretch>
          </a:blipFill>
        </p:spPr>
        <p:txBody>
          <a:bodyPr/>
          <a:lstStyle/>
          <a:p>
            <a:endParaRPr lang="en-US"/>
          </a:p>
        </p:txBody>
      </p:sp>
      <p:sp>
        <p:nvSpPr>
          <p:cNvPr id="54" name="TextBox 54"/>
          <p:cNvSpPr txBox="1"/>
          <p:nvPr/>
        </p:nvSpPr>
        <p:spPr>
          <a:xfrm rot="20765841">
            <a:off x="483560" y="7855535"/>
            <a:ext cx="2105887" cy="1938992"/>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suốt học kì </a:t>
            </a:r>
            <a:r>
              <a:rPr lang="en-US" sz="1400" b="1" dirty="0">
                <a:solidFill>
                  <a:schemeClr val="tx2"/>
                </a:solidFill>
                <a:latin typeface="HP001 5 hàng" panose="020B0603050302020204" pitchFamily="34" charset="0"/>
              </a:rPr>
              <a:t>1</a:t>
            </a:r>
            <a:r>
              <a:rPr lang="vi-VN" sz="1400" b="1" dirty="0">
                <a:solidFill>
                  <a:schemeClr val="tx2"/>
                </a:solidFill>
                <a:latin typeface="HP001 5 hàng" panose="020B0603050302020204" pitchFamily="34" charset="0"/>
              </a:rPr>
              <a:t>, em đã thể hiện là một học sinh ngoan ngoãn, lễ phép với thầy cô và hòa đồng với bạn bè. </a:t>
            </a:r>
            <a:endParaRPr lang="en-US" sz="1400" b="1" dirty="0">
              <a:solidFill>
                <a:schemeClr val="tx2"/>
              </a:solidFill>
              <a:latin typeface="HP001 5 hàng" panose="020B0603050302020204" pitchFamily="34" charset="0"/>
            </a:endParaRPr>
          </a:p>
          <a:p>
            <a:pPr algn="just"/>
            <a:r>
              <a:rPr lang="vi-VN" sz="1400" b="1" dirty="0">
                <a:solidFill>
                  <a:schemeClr val="tx2"/>
                </a:solidFill>
                <a:latin typeface="HP001 5 hàng" panose="020B0603050302020204" pitchFamily="34" charset="0"/>
              </a:rPr>
              <a:t>Em có ý thức học tập, thực hiện các nhiệm vụ được giao và chấp hành tốt nội quy lớp học.</a:t>
            </a:r>
            <a:endParaRPr lang="en-US" sz="1400" b="1" dirty="0">
              <a:solidFill>
                <a:schemeClr val="tx2"/>
              </a:solidFill>
              <a:latin typeface="HP001 5 hàng" panose="020B0603050302020204" pitchFamily="34" charset="0"/>
            </a:endParaRPr>
          </a:p>
        </p:txBody>
      </p:sp>
      <p:sp>
        <p:nvSpPr>
          <p:cNvPr id="55" name="TextBox 55"/>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p:cNvSpPr txBox="1"/>
          <p:nvPr/>
        </p:nvSpPr>
        <p:spPr>
          <a:xfrm rot="20967903">
            <a:off x="-56636" y="3236597"/>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Bùi Thị Châu Anh</a:t>
            </a:r>
          </a:p>
        </p:txBody>
      </p:sp>
      <p:sp>
        <p:nvSpPr>
          <p:cNvPr id="58" name="TextBox 58"/>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p:cNvGraphicFramePr>
            <a:graphicFrameLocks noGrp="1"/>
          </p:cNvGraphicFramePr>
          <p:nvPr>
            <p:extLst>
              <p:ext uri="{D42A27DB-BD31-4B8C-83A1-F6EECF244321}">
                <p14:modId xmlns:p14="http://schemas.microsoft.com/office/powerpoint/2010/main" val="2940125391"/>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10</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D5538324-DD2F-5BF0-25E3-518C8BD97C8F}"/>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1AD8EA20-4728-D4E0-172B-5FF1BA42FAE4}"/>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3636CD6C-F8C6-EEF3-CFAB-F6BBFD5F9354}"/>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2D0306D7-30FB-8D1A-CB7F-E6C59D330EAD}"/>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7" name="Freeform 7"/>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2"/>
            <a:stretch>
              <a:fillRect l="-100000" t="-177900"/>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A7744-63C4-FB83-B0C0-D7AA3E964772}"/>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30A2B1E1-7D16-DDAA-1A31-47A49666EB58}"/>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2"/>
            <a:stretch>
              <a:fillRect t="-619" r="-1791"/>
            </a:stretch>
          </a:blipFill>
        </p:spPr>
        <p:txBody>
          <a:bodyPr/>
          <a:lstStyle/>
          <a:p>
            <a:endParaRPr lang="en-US"/>
          </a:p>
        </p:txBody>
      </p:sp>
      <p:sp>
        <p:nvSpPr>
          <p:cNvPr id="6" name="Freeform 6">
            <a:extLst>
              <a:ext uri="{FF2B5EF4-FFF2-40B4-BE49-F238E27FC236}">
                <a16:creationId xmlns:a16="http://schemas.microsoft.com/office/drawing/2014/main" id="{632CB3EB-1F2D-E407-AFE6-829D8F853AC5}"/>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3"/>
            <a:stretch>
              <a:fillRect/>
            </a:stretch>
          </a:blipFill>
        </p:spPr>
        <p:txBody>
          <a:bodyPr/>
          <a:lstStyle/>
          <a:p>
            <a:endParaRPr lang="en-US" dirty="0"/>
          </a:p>
        </p:txBody>
      </p:sp>
      <p:pic>
        <p:nvPicPr>
          <p:cNvPr id="10" name="Picture 9">
            <a:extLst>
              <a:ext uri="{FF2B5EF4-FFF2-40B4-BE49-F238E27FC236}">
                <a16:creationId xmlns:a16="http://schemas.microsoft.com/office/drawing/2014/main" id="{FD9BCE0A-387D-2A08-C025-633AC76F7E1A}"/>
              </a:ext>
            </a:extLst>
          </p:cNvPr>
          <p:cNvPicPr>
            <a:picLocks noChangeAspect="1"/>
          </p:cNvPicPr>
          <p:nvPr/>
        </p:nvPicPr>
        <p:blipFill>
          <a:blip r:embed="rId4" cstate="print">
            <a:extLst>
              <a:ext uri="{28A0092B-C50C-407E-A947-70E740481C1C}">
                <a14:useLocalDpi xmlns:a14="http://schemas.microsoft.com/office/drawing/2010/main" val="0"/>
              </a:ext>
            </a:extLst>
          </a:blip>
          <a:srcRect l="10602" t="18922" r="281" b="14039"/>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7B0DAA98-9A6D-5EEF-047D-81769C6187A4}"/>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5">
              <a:extLst>
                <a:ext uri="{96DAC541-7B7A-43D3-8B79-37D633B846F1}">
                  <asvg:svgBlip xmlns:asvg="http://schemas.microsoft.com/office/drawing/2016/SVG/main" r:embed="rId6"/>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6FF3A37C-48ED-8D33-080B-7A8045F803B3}"/>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73E685EB-630A-7327-3140-88C1062B6603}"/>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19455DE9-98C2-BB44-0DD0-1914D93A51D5}"/>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56FB738B-C1D3-A4D3-446F-349B4CDDAE85}"/>
              </a:ext>
            </a:extLst>
          </p:cNvPr>
          <p:cNvSpPr/>
          <p:nvPr/>
        </p:nvSpPr>
        <p:spPr>
          <a:xfrm>
            <a:off x="1990893" y="783745"/>
            <a:ext cx="3557800" cy="610505"/>
          </a:xfrm>
          <a:prstGeom prst="roundRect">
            <a:avLst/>
          </a:pr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086AE696-BC75-BCDB-4EA3-11562C5E7836}"/>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2EBC318F-C02D-16A1-4D0C-EBDA5FD1B673}"/>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10AF1F6C-13A7-FFE4-1145-C45B7DE453CD}"/>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323B3D6F-F1C6-9CA8-7AFB-CA8A483BBA5A}"/>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21977A50-E28D-56F2-317D-93D54578F227}"/>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5CE99C05-6464-ACFE-AE17-03667E750688}"/>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32E6E5A8-5B2F-FC57-5DDE-FD5019E33824}"/>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0FE87ECC-75C0-25EE-D1C8-31A7979BDB1D}"/>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53227777-BA22-AB9F-3199-9F4C813FF49C}"/>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E3512F0A-2725-9C5C-D38C-8B87297E55CD}"/>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4CF825CF-E989-452B-3269-51B6A4D0785B}"/>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16D391F3-C70D-AC1B-1FB2-5016AB251B7E}"/>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34B2A01E-5FEF-D449-084D-DDA068CE9C1F}"/>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8BC2CCF0-EA23-21AA-A293-CF7EAB8B1C15}"/>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B5B93C41-6F24-30D4-234A-7DB796E3A354}"/>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CB5B2E37-A18B-2F20-300F-23536FA1416F}"/>
              </a:ext>
            </a:extLst>
          </p:cNvPr>
          <p:cNvSpPr/>
          <p:nvPr/>
        </p:nvSpPr>
        <p:spPr>
          <a:xfrm rot="-822037">
            <a:off x="273309" y="7328442"/>
            <a:ext cx="2444341" cy="2731243"/>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BEECAED7-4C3B-135C-A3EF-0E008448BA3E}"/>
              </a:ext>
            </a:extLst>
          </p:cNvPr>
          <p:cNvSpPr/>
          <p:nvPr/>
        </p:nvSpPr>
        <p:spPr>
          <a:xfrm>
            <a:off x="3341986" y="8463236"/>
            <a:ext cx="3822807" cy="1906225"/>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AD60153C-2A35-A22A-5D35-696114279518}"/>
              </a:ext>
            </a:extLst>
          </p:cNvPr>
          <p:cNvSpPr txBox="1"/>
          <p:nvPr/>
        </p:nvSpPr>
        <p:spPr>
          <a:xfrm>
            <a:off x="3629377" y="8974262"/>
            <a:ext cx="3369737" cy="1077218"/>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a:t>
            </a:r>
            <a:r>
              <a:rPr lang="en-US" sz="1400" b="1" dirty="0">
                <a:solidFill>
                  <a:srgbClr val="C00000"/>
                </a:solidFill>
                <a:latin typeface="HP001 5 hàng" panose="020B0603050302020204" pitchFamily="34" charset="0"/>
              </a:rPr>
              <a:t>2</a:t>
            </a:r>
            <a:r>
              <a:rPr lang="vi-VN" sz="1400" b="1" dirty="0">
                <a:solidFill>
                  <a:srgbClr val="C00000"/>
                </a:solidFill>
                <a:latin typeface="HP001 5 hàng" panose="020B0603050302020204" pitchFamily="34" charset="0"/>
              </a:rPr>
              <a:t>, cô mong em mạnh dạn hơn trong học tập và tích cực phát biểu để phát huy tốt hơn năng lực của bản thân.</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cố gắng thêm, kết quả học tập của em sẽ ngày càng tiến bộ hơn.</a:t>
            </a:r>
          </a:p>
        </p:txBody>
      </p:sp>
      <p:sp>
        <p:nvSpPr>
          <p:cNvPr id="39" name="TextBox 39">
            <a:extLst>
              <a:ext uri="{FF2B5EF4-FFF2-40B4-BE49-F238E27FC236}">
                <a16:creationId xmlns:a16="http://schemas.microsoft.com/office/drawing/2014/main" id="{CFE024FD-4E77-0B43-EFB1-0852A03DA33E}"/>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A3F2A88E-2B6F-5CCE-FA4F-84492D80D287}"/>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3AEAEA4C-17ED-F917-069B-72D2BE8FFD4E}"/>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29E7AD3F-8A81-6DEC-0110-761901C567BE}"/>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DB8E2BF4-B76D-C0DE-F94A-0A90B2AB6A99}"/>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20BD0CA1-ED69-9593-7B96-F4C7C27C86C9}"/>
              </a:ext>
            </a:extLst>
          </p:cNvPr>
          <p:cNvSpPr/>
          <p:nvPr/>
        </p:nvSpPr>
        <p:spPr>
          <a:xfrm flipH="1">
            <a:off x="6446851" y="10057939"/>
            <a:ext cx="876637" cy="578422"/>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17392FF8-1CF9-978B-0665-7B67E3D7CB57}"/>
              </a:ext>
            </a:extLst>
          </p:cNvPr>
          <p:cNvSpPr/>
          <p:nvPr/>
        </p:nvSpPr>
        <p:spPr>
          <a:xfrm rot="1991133">
            <a:off x="2767843" y="915383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0CD05072-D012-F509-7732-311752E078CB}"/>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600E936D-F3C2-4C80-1A97-3854F2909E54}"/>
              </a:ext>
            </a:extLst>
          </p:cNvPr>
          <p:cNvSpPr/>
          <p:nvPr/>
        </p:nvSpPr>
        <p:spPr>
          <a:xfrm rot="5011075">
            <a:off x="67386" y="9872536"/>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BC04D625-D71E-2E9C-50E4-C1581D7C4846}"/>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5">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DA31B11B-7348-82B0-B2F9-BB18098E7FFF}"/>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683DFCE9-6406-D8FD-E98F-044013C095DD}"/>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49"/>
            <a:stretch>
              <a:fillRect/>
            </a:stretch>
          </a:blipFill>
        </p:spPr>
        <p:txBody>
          <a:bodyPr/>
          <a:lstStyle/>
          <a:p>
            <a:endParaRPr lang="en-US"/>
          </a:p>
        </p:txBody>
      </p:sp>
      <p:sp>
        <p:nvSpPr>
          <p:cNvPr id="54" name="TextBox 54">
            <a:extLst>
              <a:ext uri="{FF2B5EF4-FFF2-40B4-BE49-F238E27FC236}">
                <a16:creationId xmlns:a16="http://schemas.microsoft.com/office/drawing/2014/main" id="{01EF6320-80B5-D577-97A7-D8F2C8986BAC}"/>
              </a:ext>
            </a:extLst>
          </p:cNvPr>
          <p:cNvSpPr txBox="1"/>
          <p:nvPr/>
        </p:nvSpPr>
        <p:spPr>
          <a:xfrm rot="20765841">
            <a:off x="485766" y="7869101"/>
            <a:ext cx="2105887" cy="1723549"/>
          </a:xfrm>
          <a:prstGeom prst="rect">
            <a:avLst/>
          </a:prstGeom>
        </p:spPr>
        <p:txBody>
          <a:bodyPr wrap="square" lIns="0" tIns="0" rIns="0" bIns="0" rtlCol="0" anchor="t">
            <a:spAutoFit/>
          </a:bodyPr>
          <a:lstStyle/>
          <a:p>
            <a:pPr algn="just"/>
            <a:r>
              <a:rPr lang="en-US" sz="1400" b="1" dirty="0">
                <a:solidFill>
                  <a:schemeClr val="tx2"/>
                </a:solidFill>
                <a:latin typeface="HP001 5 hàng" panose="020B0603050302020204" pitchFamily="34" charset="0"/>
              </a:rPr>
              <a:t>Trong học </a:t>
            </a:r>
            <a:r>
              <a:rPr lang="en-US" sz="1400" b="1" dirty="0" err="1">
                <a:solidFill>
                  <a:schemeClr val="tx2"/>
                </a:solidFill>
                <a:latin typeface="HP001 5 hàng" panose="020B0603050302020204" pitchFamily="34" charset="0"/>
              </a:rPr>
              <a:t>kì</a:t>
            </a:r>
            <a:r>
              <a:rPr lang="en-US" sz="1400" b="1" dirty="0">
                <a:solidFill>
                  <a:schemeClr val="tx2"/>
                </a:solidFill>
                <a:latin typeface="HP001 5 hàng" panose="020B0603050302020204" pitchFamily="34" charset="0"/>
              </a:rPr>
              <a:t> 1, </a:t>
            </a:r>
            <a:r>
              <a:rPr lang="en-US" sz="1400" b="1" dirty="0" err="1">
                <a:solidFill>
                  <a:schemeClr val="tx2"/>
                </a:solidFill>
                <a:latin typeface="HP001 5 hàng" panose="020B0603050302020204" pitchFamily="34" charset="0"/>
              </a:rPr>
              <a:t>em</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là</a:t>
            </a:r>
            <a:r>
              <a:rPr lang="en-US" sz="1400" b="1" dirty="0">
                <a:solidFill>
                  <a:schemeClr val="tx2"/>
                </a:solidFill>
                <a:latin typeface="HP001 5 hàng" panose="020B0603050302020204" pitchFamily="34" charset="0"/>
              </a:rPr>
              <a:t> học </a:t>
            </a:r>
            <a:r>
              <a:rPr lang="en-US" sz="1400" b="1" dirty="0" err="1">
                <a:solidFill>
                  <a:schemeClr val="tx2"/>
                </a:solidFill>
                <a:latin typeface="HP001 5 hàng" panose="020B0603050302020204" pitchFamily="34" charset="0"/>
              </a:rPr>
              <a:t>sinh</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ngoan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có</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thái</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độ</a:t>
            </a:r>
            <a:r>
              <a:rPr lang="en-US" sz="1400" b="1" dirty="0">
                <a:solidFill>
                  <a:schemeClr val="tx2"/>
                </a:solidFill>
                <a:latin typeface="HP001 5 hàng" panose="020B0603050302020204" pitchFamily="34" charset="0"/>
              </a:rPr>
              <a:t> học </a:t>
            </a:r>
            <a:r>
              <a:rPr lang="en-US" sz="1400" b="1" dirty="0" err="1">
                <a:solidFill>
                  <a:schemeClr val="tx2"/>
                </a:solidFill>
                <a:latin typeface="HP001 5 hàng" panose="020B0603050302020204" pitchFamily="34" charset="0"/>
              </a:rPr>
              <a:t>tập</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nghiêm</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túc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và</a:t>
            </a:r>
            <a:r>
              <a:rPr lang="en-US" sz="1400" b="1" dirty="0">
                <a:solidFill>
                  <a:schemeClr val="tx2"/>
                </a:solidFill>
                <a:latin typeface="HP001 5 hàng" panose="020B0603050302020204" pitchFamily="34" charset="0"/>
              </a:rPr>
              <a:t> ý </a:t>
            </a:r>
            <a:r>
              <a:rPr lang="en-US" sz="1400" b="1" dirty="0" err="1">
                <a:solidFill>
                  <a:schemeClr val="tx2"/>
                </a:solidFill>
                <a:latin typeface="HP001 5 hàng" panose="020B0603050302020204" pitchFamily="34" charset="0"/>
              </a:rPr>
              <a:t>thức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tự</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giác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trong</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giờ</a:t>
            </a:r>
            <a:r>
              <a:rPr lang="en-US" sz="1400" b="1" dirty="0">
                <a:solidFill>
                  <a:schemeClr val="tx2"/>
                </a:solidFill>
                <a:latin typeface="HP001 5 hàng" panose="020B0603050302020204" pitchFamily="34" charset="0"/>
              </a:rPr>
              <a:t> học. </a:t>
            </a:r>
          </a:p>
          <a:p>
            <a:pPr algn="just"/>
            <a:r>
              <a:rPr lang="en-US" sz="1400" b="1" dirty="0">
                <a:solidFill>
                  <a:schemeClr val="tx2"/>
                </a:solidFill>
                <a:latin typeface="HP001 5 hàng" panose="020B0603050302020204" pitchFamily="34" charset="0"/>
              </a:rPr>
              <a:t>Em </a:t>
            </a:r>
            <a:r>
              <a:rPr lang="en-US" sz="1400" b="1" dirty="0" err="1">
                <a:solidFill>
                  <a:schemeClr val="tx2"/>
                </a:solidFill>
                <a:latin typeface="HP001 5 hàng" panose="020B0603050302020204" pitchFamily="34" charset="0"/>
              </a:rPr>
              <a:t>luôn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cố</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gắng</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hoàn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thành</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các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nhiệm</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vụ</a:t>
            </a:r>
            <a:r>
              <a:rPr lang="en-US" sz="1400" b="1" dirty="0">
                <a:solidFill>
                  <a:schemeClr val="tx2"/>
                </a:solidFill>
                <a:latin typeface="HP001 5 hàng" panose="020B0603050302020204" pitchFamily="34" charset="0"/>
              </a:rPr>
              <a:t> học </a:t>
            </a:r>
            <a:r>
              <a:rPr lang="en-US" sz="1400" b="1" dirty="0" err="1">
                <a:solidFill>
                  <a:schemeClr val="tx2"/>
                </a:solidFill>
                <a:latin typeface="HP001 5 hàng" panose="020B0603050302020204" pitchFamily="34" charset="0"/>
              </a:rPr>
              <a:t>tập</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kết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quả</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các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môn</a:t>
            </a:r>
            <a:r>
              <a:rPr lang="en-US" sz="1400" b="1" dirty="0">
                <a:solidFill>
                  <a:schemeClr val="tx2"/>
                </a:solidFill>
                <a:latin typeface="HP001 5 hàng" panose="020B0603050302020204" pitchFamily="34" charset="0"/>
              </a:rPr>
              <a:t> học </a:t>
            </a:r>
            <a:r>
              <a:rPr lang="en-US" sz="1400" b="1" dirty="0" err="1">
                <a:solidFill>
                  <a:schemeClr val="tx2"/>
                </a:solidFill>
                <a:latin typeface="HP001 5 hàng" panose="020B0603050302020204" pitchFamily="34" charset="0"/>
              </a:rPr>
              <a:t>đạt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mức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tốt</a:t>
            </a:r>
            <a:r>
              <a:rPr lang="en-US" sz="1400" b="1" dirty="0">
                <a:solidFill>
                  <a:schemeClr val="tx2"/>
                </a:solidFill>
                <a:latin typeface="HP001 5 hàng" panose="020B0603050302020204" pitchFamily="34" charset="0"/>
              </a:rPr>
              <a:t>.</a:t>
            </a:r>
          </a:p>
        </p:txBody>
      </p:sp>
      <p:sp>
        <p:nvSpPr>
          <p:cNvPr id="55" name="TextBox 55">
            <a:extLst>
              <a:ext uri="{FF2B5EF4-FFF2-40B4-BE49-F238E27FC236}">
                <a16:creationId xmlns:a16="http://schemas.microsoft.com/office/drawing/2014/main" id="{3FD4C65D-B1D4-AE9B-BB50-254E9469CB3F}"/>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57887756-C0BF-2BA4-C0E6-EFA39D5271BE}"/>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F6492088-8E0B-86A5-D8DF-B32BA144BD55}"/>
              </a:ext>
            </a:extLst>
          </p:cNvPr>
          <p:cNvSpPr txBox="1"/>
          <p:nvPr/>
        </p:nvSpPr>
        <p:spPr>
          <a:xfrm rot="20967903">
            <a:off x="-56636" y="3244291"/>
            <a:ext cx="2895082" cy="340478"/>
          </a:xfrm>
          <a:prstGeom prst="rect">
            <a:avLst/>
          </a:prstGeom>
        </p:spPr>
        <p:txBody>
          <a:bodyPr wrap="square" lIns="0" tIns="0" rIns="0" bIns="0" rtlCol="0" anchor="t">
            <a:spAutoFit/>
          </a:bodyPr>
          <a:lstStyle/>
          <a:p>
            <a:pPr algn="ctr">
              <a:lnSpc>
                <a:spcPts val="2896"/>
              </a:lnSpc>
              <a:spcBef>
                <a:spcPct val="0"/>
              </a:spcBef>
            </a:pPr>
            <a:r>
              <a:rPr lang="en-US" sz="1600" b="1" dirty="0">
                <a:solidFill>
                  <a:srgbClr val="C00000"/>
                </a:solidFill>
                <a:latin typeface="HP001 5 hàng" panose="020B0603050302020204" pitchFamily="34" charset="0"/>
                <a:ea typeface="Cabin Bold"/>
                <a:cs typeface="Cabin Bold"/>
                <a:sym typeface="Cabin Bold"/>
              </a:rPr>
              <a:t>Hoàng Thị </a:t>
            </a:r>
            <a:r>
              <a:rPr lang="en-US" sz="1600" b="1" dirty="0" err="1">
                <a:solidFill>
                  <a:srgbClr val="C00000"/>
                </a:solidFill>
                <a:latin typeface="HP001 5 hàng" panose="020B0603050302020204" pitchFamily="34" charset="0"/>
                <a:ea typeface="Cabin Bold"/>
                <a:cs typeface="Cabin Bold"/>
                <a:sym typeface="Cabin Bold"/>
              </a:rPr>
              <a:t>Trâm</a:t>
            </a:r>
            <a:r>
              <a:rPr lang="en-US" sz="1600" b="1" dirty="0">
                <a:solidFill>
                  <a:srgbClr val="C00000"/>
                </a:solidFill>
                <a:latin typeface="HP001 5 hàng" panose="020B0603050302020204" pitchFamily="34" charset="0"/>
                <a:ea typeface="Cabin Bold"/>
                <a:cs typeface="Cabin Bold"/>
                <a:sym typeface="Cabin Bold"/>
              </a:rPr>
              <a:t> Anh</a:t>
            </a:r>
          </a:p>
        </p:txBody>
      </p:sp>
      <p:sp>
        <p:nvSpPr>
          <p:cNvPr id="58" name="TextBox 58">
            <a:extLst>
              <a:ext uri="{FF2B5EF4-FFF2-40B4-BE49-F238E27FC236}">
                <a16:creationId xmlns:a16="http://schemas.microsoft.com/office/drawing/2014/main" id="{F52974B7-7F21-300C-59A5-8FCCFAF8AF66}"/>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8637DD2E-13EE-C78D-E51F-9FCEF068C090}"/>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C651E3FE-FE15-73FE-9571-3CE91DA560ED}"/>
              </a:ext>
            </a:extLst>
          </p:cNvPr>
          <p:cNvGraphicFramePr>
            <a:graphicFrameLocks noGrp="1"/>
          </p:cNvGraphicFramePr>
          <p:nvPr>
            <p:extLst>
              <p:ext uri="{D42A27DB-BD31-4B8C-83A1-F6EECF244321}">
                <p14:modId xmlns:p14="http://schemas.microsoft.com/office/powerpoint/2010/main" val="4055116929"/>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2D656F18-43E3-3728-F8B5-847EB5500464}"/>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83883821-CBC6-C4A4-B2C3-DB936138FBC1}"/>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67AB548E-4ACF-B130-33BC-9D88C0F9200A}"/>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22D44686-91F7-19B3-15DE-ABCD9CADFA68}"/>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5B693825-B739-26AC-0547-D2828AC068BC}"/>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2"/>
            <a:stretch>
              <a:fillRect l="-100000" t="-177900"/>
            </a:stretch>
          </a:blipFill>
        </p:spPr>
        <p:txBody>
          <a:bodyPr/>
          <a:lstStyle/>
          <a:p>
            <a:endParaRPr lang="en-US"/>
          </a:p>
        </p:txBody>
      </p:sp>
    </p:spTree>
    <p:extLst>
      <p:ext uri="{BB962C8B-B14F-4D97-AF65-F5344CB8AC3E}">
        <p14:creationId xmlns:p14="http://schemas.microsoft.com/office/powerpoint/2010/main" val="2464667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2E4F-2D3F-FFF8-EDD7-7BBE6D9C4F9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8B510DC1-1352-2174-4529-D7AC996F684E}"/>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2"/>
            <a:stretch>
              <a:fillRect t="-619" r="-1791"/>
            </a:stretch>
          </a:blipFill>
        </p:spPr>
        <p:txBody>
          <a:bodyPr/>
          <a:lstStyle/>
          <a:p>
            <a:endParaRPr lang="en-US"/>
          </a:p>
        </p:txBody>
      </p:sp>
      <p:sp>
        <p:nvSpPr>
          <p:cNvPr id="6" name="Freeform 6">
            <a:extLst>
              <a:ext uri="{FF2B5EF4-FFF2-40B4-BE49-F238E27FC236}">
                <a16:creationId xmlns:a16="http://schemas.microsoft.com/office/drawing/2014/main" id="{11405292-AF0C-FA4A-25C3-E252A0B994D3}"/>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3"/>
            <a:stretch>
              <a:fillRect/>
            </a:stretch>
          </a:blipFill>
        </p:spPr>
        <p:txBody>
          <a:bodyPr/>
          <a:lstStyle/>
          <a:p>
            <a:endParaRPr lang="en-US" dirty="0"/>
          </a:p>
        </p:txBody>
      </p:sp>
      <p:pic>
        <p:nvPicPr>
          <p:cNvPr id="10" name="Picture 9">
            <a:extLst>
              <a:ext uri="{FF2B5EF4-FFF2-40B4-BE49-F238E27FC236}">
                <a16:creationId xmlns:a16="http://schemas.microsoft.com/office/drawing/2014/main" id="{4E04289D-F165-C350-5FEC-DBC40C4A3284}"/>
              </a:ext>
            </a:extLst>
          </p:cNvPr>
          <p:cNvPicPr>
            <a:picLocks noChangeAspect="1"/>
          </p:cNvPicPr>
          <p:nvPr/>
        </p:nvPicPr>
        <p:blipFill>
          <a:blip r:embed="rId4" cstate="print">
            <a:extLst>
              <a:ext uri="{28A0092B-C50C-407E-A947-70E740481C1C}">
                <a14:useLocalDpi xmlns:a14="http://schemas.microsoft.com/office/drawing/2010/main" val="0"/>
              </a:ext>
            </a:extLst>
          </a:blip>
          <a:srcRect l="7231" t="8832" r="23312" b="38919"/>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EE059305-5714-0699-AC9E-C9B2B3865384}"/>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5">
              <a:extLst>
                <a:ext uri="{96DAC541-7B7A-43D3-8B79-37D633B846F1}">
                  <asvg:svgBlip xmlns:asvg="http://schemas.microsoft.com/office/drawing/2016/SVG/main" r:embed="rId6"/>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6B0EDB0C-4A6D-7B10-1B6E-D95277010762}"/>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2C949B93-B3D6-7079-02EB-A3A91DBCF02B}"/>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0EF3C11F-F70E-4F9A-4C4F-BF264D47B533}"/>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DDEC57EE-6B6D-3BE9-02EB-3EF15609E4AC}"/>
              </a:ext>
            </a:extLst>
          </p:cNvPr>
          <p:cNvSpPr/>
          <p:nvPr/>
        </p:nvSpPr>
        <p:spPr>
          <a:xfrm>
            <a:off x="1990893" y="783745"/>
            <a:ext cx="3557800" cy="610505"/>
          </a:xfrm>
          <a:prstGeom prst="roundRect">
            <a:avLst/>
          </a:pr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03CF3E6E-D5E8-3CC5-56F7-9375B4E82E2F}"/>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13BC71D7-BA39-B074-2AF0-6F7A743BCD6B}"/>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C0E6F452-2568-E8AD-90C5-A8772E63B85B}"/>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CE52AF20-BEE4-DA5A-EA5D-C190CEBA32CF}"/>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9420ED5B-8787-4902-60AD-3CED459FCD8B}"/>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FC653CC9-1C0F-0DEA-473E-7AED385A5C6D}"/>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FCC703E7-1198-927D-2D05-6381C8835D27}"/>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31E03FFB-D248-726C-69F4-3F5A1EC7EE48}"/>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21035FB9-77BF-B507-15CC-E29B20F54BC6}"/>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2B77CCF1-004B-5384-3812-5BFEB73138E6}"/>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B95C6E60-4180-3427-6E90-45945C60E846}"/>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249821BF-D814-40DF-FA00-8EA688BF449B}"/>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E2432633-04B7-30DC-3D8C-713CE7FC02AC}"/>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8578DFBE-38FC-F405-1A0B-FCC15C260DE4}"/>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AF79568B-C2CB-1F2B-FE32-9497F7BACE3D}"/>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45BEB4AC-AECA-1BE7-93A7-E1467022AF30}"/>
              </a:ext>
            </a:extLst>
          </p:cNvPr>
          <p:cNvSpPr/>
          <p:nvPr/>
        </p:nvSpPr>
        <p:spPr>
          <a:xfrm rot="-822037">
            <a:off x="273309" y="7328442"/>
            <a:ext cx="2444341" cy="2731243"/>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C068E6CD-C425-0CDD-EA09-CB67AC81AB8C}"/>
              </a:ext>
            </a:extLst>
          </p:cNvPr>
          <p:cNvSpPr/>
          <p:nvPr/>
        </p:nvSpPr>
        <p:spPr>
          <a:xfrm>
            <a:off x="3290190" y="8463236"/>
            <a:ext cx="3992900" cy="2173125"/>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437BB88F-4908-D0C5-75E7-6CE85BA25837}"/>
              </a:ext>
            </a:extLst>
          </p:cNvPr>
          <p:cNvSpPr txBox="1"/>
          <p:nvPr/>
        </p:nvSpPr>
        <p:spPr>
          <a:xfrm>
            <a:off x="3629377" y="8974262"/>
            <a:ext cx="3369737" cy="1292662"/>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a:t>
            </a:r>
            <a:r>
              <a:rPr lang="en-US" sz="1400" b="1" dirty="0">
                <a:solidFill>
                  <a:srgbClr val="C00000"/>
                </a:solidFill>
                <a:latin typeface="HP001 5 hàng" panose="020B0603050302020204" pitchFamily="34" charset="0"/>
              </a:rPr>
              <a:t>2</a:t>
            </a:r>
            <a:r>
              <a:rPr lang="vi-VN" sz="1400" b="1" dirty="0">
                <a:solidFill>
                  <a:srgbClr val="C00000"/>
                </a:solidFill>
                <a:latin typeface="HP001 5 hàng" panose="020B0603050302020204" pitchFamily="34" charset="0"/>
              </a:rPr>
              <a:t>, cô mong em tiếp tục giữ vững tinh thần học tập tích cực và rèn luyện thêm tính cẩn thận khi làm bài để kết quả ngày càng hoàn thiện hơn.</a:t>
            </a:r>
            <a:r>
              <a:rPr lang="en-US" sz="1400" b="1" dirty="0">
                <a:solidFill>
                  <a:srgbClr val="C00000"/>
                </a:solidFill>
                <a:latin typeface="HP001 5 hàng" panose="020B0603050302020204" pitchFamily="34" charset="0"/>
              </a:rPr>
              <a:t> </a:t>
            </a:r>
          </a:p>
          <a:p>
            <a:pPr algn="just"/>
            <a:r>
              <a:rPr lang="vi-VN" sz="1400" b="1" dirty="0">
                <a:solidFill>
                  <a:srgbClr val="C00000"/>
                </a:solidFill>
                <a:latin typeface="HP001 5 hàng" panose="020B0603050302020204" pitchFamily="34" charset="0"/>
              </a:rPr>
              <a:t>Cô tin rằng em sẽ tiếp tục đạt được nhiều kết quả tốt hơn trong thời gian tới.</a:t>
            </a:r>
          </a:p>
        </p:txBody>
      </p:sp>
      <p:sp>
        <p:nvSpPr>
          <p:cNvPr id="39" name="TextBox 39">
            <a:extLst>
              <a:ext uri="{FF2B5EF4-FFF2-40B4-BE49-F238E27FC236}">
                <a16:creationId xmlns:a16="http://schemas.microsoft.com/office/drawing/2014/main" id="{357FD465-D6CB-ADAF-BBA8-25729C04C176}"/>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251B6399-6E23-3D80-2DC2-520686279993}"/>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A924CF0C-93BE-C2B8-8FC5-5410A7C0A915}"/>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E17B59E1-670C-5407-0F27-1A4EFBEAA896}"/>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49258F22-6FAA-596B-17A8-3EABEA9D53EA}"/>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1D884446-0BEA-F1C9-0F04-B906050FB780}"/>
              </a:ext>
            </a:extLst>
          </p:cNvPr>
          <p:cNvSpPr/>
          <p:nvPr/>
        </p:nvSpPr>
        <p:spPr>
          <a:xfrm flipH="1">
            <a:off x="6446851" y="10057939"/>
            <a:ext cx="876637" cy="578422"/>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C42B28FA-169F-AD16-2AE6-FB25BD3BF401}"/>
              </a:ext>
            </a:extLst>
          </p:cNvPr>
          <p:cNvSpPr/>
          <p:nvPr/>
        </p:nvSpPr>
        <p:spPr>
          <a:xfrm rot="1991133">
            <a:off x="2767843" y="915383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0649FB5D-32AA-8486-849E-CA0BFBF113B2}"/>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5790F537-36A8-D043-F362-3A17EC81B412}"/>
              </a:ext>
            </a:extLst>
          </p:cNvPr>
          <p:cNvSpPr/>
          <p:nvPr/>
        </p:nvSpPr>
        <p:spPr>
          <a:xfrm rot="5011075">
            <a:off x="67386" y="9872536"/>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60500D16-1932-3216-B272-4BF1CCF5DFBF}"/>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5">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6DC709FC-9386-591A-420E-B3FFCD3ABAAC}"/>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92DBB54E-07C4-4500-7FD3-43434F1954A0}"/>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49"/>
            <a:stretch>
              <a:fillRect/>
            </a:stretch>
          </a:blipFill>
        </p:spPr>
        <p:txBody>
          <a:bodyPr/>
          <a:lstStyle/>
          <a:p>
            <a:endParaRPr lang="en-US"/>
          </a:p>
        </p:txBody>
      </p:sp>
      <p:sp>
        <p:nvSpPr>
          <p:cNvPr id="54" name="TextBox 54">
            <a:extLst>
              <a:ext uri="{FF2B5EF4-FFF2-40B4-BE49-F238E27FC236}">
                <a16:creationId xmlns:a16="http://schemas.microsoft.com/office/drawing/2014/main" id="{8AE94D17-E441-1087-626F-18663832CB1F}"/>
              </a:ext>
            </a:extLst>
          </p:cNvPr>
          <p:cNvSpPr txBox="1"/>
          <p:nvPr/>
        </p:nvSpPr>
        <p:spPr>
          <a:xfrm rot="20765841">
            <a:off x="497118" y="7834136"/>
            <a:ext cx="2105887" cy="1938992"/>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học kì </a:t>
            </a:r>
            <a:r>
              <a:rPr lang="en-US" sz="1400" b="1" dirty="0">
                <a:solidFill>
                  <a:schemeClr val="tx2"/>
                </a:solidFill>
                <a:latin typeface="HP001 5 hàng" panose="020B0603050302020204" pitchFamily="34" charset="0"/>
              </a:rPr>
              <a:t>1</a:t>
            </a:r>
            <a:r>
              <a:rPr lang="vi-VN" sz="1400" b="1" dirty="0">
                <a:solidFill>
                  <a:schemeClr val="tx2"/>
                </a:solidFill>
                <a:latin typeface="HP001 5 hàng" panose="020B0603050302020204" pitchFamily="34" charset="0"/>
              </a:rPr>
              <a:t> em thể hiện là học sinh nhanh nhẹn, có khả năng tiếp thu bài tốt và ý thức học tập rõ ràng. </a:t>
            </a:r>
            <a:endParaRPr lang="en-US" sz="1400" b="1" dirty="0">
              <a:solidFill>
                <a:schemeClr val="tx2"/>
              </a:solidFill>
              <a:latin typeface="HP001 5 hàng" panose="020B0603050302020204" pitchFamily="34" charset="0"/>
            </a:endParaRPr>
          </a:p>
          <a:p>
            <a:pPr algn="just"/>
            <a:r>
              <a:rPr lang="vi-VN" sz="1400" b="1" dirty="0">
                <a:solidFill>
                  <a:schemeClr val="tx2"/>
                </a:solidFill>
                <a:latin typeface="HP001 5 hàng" panose="020B0603050302020204" pitchFamily="34" charset="0"/>
              </a:rPr>
              <a:t>Em chủ động hoàn thành</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suất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xác</a:t>
            </a:r>
            <a:r>
              <a:rPr lang="vi-VN" sz="1400" b="1" dirty="0">
                <a:solidFill>
                  <a:schemeClr val="tx2"/>
                </a:solidFill>
                <a:latin typeface="HP001 5 hàng" panose="020B0603050302020204" pitchFamily="34" charset="0"/>
              </a:rPr>
              <a:t> các nhiệm vụ học tập được giao, kết quả các môn học đều đạt mức </a:t>
            </a:r>
            <a:r>
              <a:rPr lang="en-US" sz="1400" b="1" dirty="0" err="1">
                <a:solidFill>
                  <a:schemeClr val="tx2"/>
                </a:solidFill>
                <a:latin typeface="HP001 5 hàng" panose="020B0603050302020204" pitchFamily="34" charset="0"/>
              </a:rPr>
              <a:t>tốt</a:t>
            </a:r>
            <a:r>
              <a:rPr lang="vi-VN" sz="1400" b="1" dirty="0">
                <a:solidFill>
                  <a:schemeClr val="tx2"/>
                </a:solidFill>
                <a:latin typeface="HP001 5 hàng" panose="020B0603050302020204" pitchFamily="34" charset="0"/>
              </a:rPr>
              <a:t>. </a:t>
            </a:r>
            <a:endParaRPr lang="en-US" sz="1400" b="1" dirty="0">
              <a:solidFill>
                <a:schemeClr val="tx2"/>
              </a:solidFill>
              <a:latin typeface="HP001 5 hàng" panose="020B0603050302020204" pitchFamily="34" charset="0"/>
            </a:endParaRPr>
          </a:p>
        </p:txBody>
      </p:sp>
      <p:sp>
        <p:nvSpPr>
          <p:cNvPr id="55" name="TextBox 55">
            <a:extLst>
              <a:ext uri="{FF2B5EF4-FFF2-40B4-BE49-F238E27FC236}">
                <a16:creationId xmlns:a16="http://schemas.microsoft.com/office/drawing/2014/main" id="{085C9FA9-D5D6-8389-279E-00473806DFCA}"/>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3AB9E828-F466-C8B4-FB3B-E411A14DB5ED}"/>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8E76797F-1A29-04C0-EF5C-B97C5DFF5DB3}"/>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Nguyễn Gia Bảo</a:t>
            </a:r>
          </a:p>
        </p:txBody>
      </p:sp>
      <p:sp>
        <p:nvSpPr>
          <p:cNvPr id="58" name="TextBox 58">
            <a:extLst>
              <a:ext uri="{FF2B5EF4-FFF2-40B4-BE49-F238E27FC236}">
                <a16:creationId xmlns:a16="http://schemas.microsoft.com/office/drawing/2014/main" id="{DB50C554-0F19-17C2-DE05-32C78F27EF4E}"/>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50516092-CBD4-7EA2-B2A1-BC61760AC1BD}"/>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3868715F-9CED-CB50-B6B3-305031248666}"/>
              </a:ext>
            </a:extLst>
          </p:cNvPr>
          <p:cNvGraphicFramePr>
            <a:graphicFrameLocks noGrp="1"/>
          </p:cNvGraphicFramePr>
          <p:nvPr>
            <p:extLst>
              <p:ext uri="{D42A27DB-BD31-4B8C-83A1-F6EECF244321}">
                <p14:modId xmlns:p14="http://schemas.microsoft.com/office/powerpoint/2010/main" val="2988206189"/>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728F7B51-CA7B-C7B6-7553-599F679A39C8}"/>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9FA9F870-3A57-F272-4053-D1259C83BF06}"/>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0AC4F74D-D2A8-F397-9586-6F1C0776EF75}"/>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0E569EC0-BB80-520A-600E-47D259CAF783}"/>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06C5D3D6-BF33-4577-C6EA-DE8BA25F450B}"/>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2"/>
            <a:stretch>
              <a:fillRect l="-100000" t="-177900"/>
            </a:stretch>
          </a:blipFill>
        </p:spPr>
        <p:txBody>
          <a:bodyPr/>
          <a:lstStyle/>
          <a:p>
            <a:endParaRPr lang="en-US"/>
          </a:p>
        </p:txBody>
      </p:sp>
    </p:spTree>
    <p:extLst>
      <p:ext uri="{BB962C8B-B14F-4D97-AF65-F5344CB8AC3E}">
        <p14:creationId xmlns:p14="http://schemas.microsoft.com/office/powerpoint/2010/main" val="425764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1D398-B697-3512-5F9A-F834A0EC005C}"/>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3CAD3BBB-61D7-B9DB-12AB-65BDDBBC0169}"/>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2"/>
            <a:stretch>
              <a:fillRect t="-619" r="-1791"/>
            </a:stretch>
          </a:blipFill>
        </p:spPr>
        <p:txBody>
          <a:bodyPr/>
          <a:lstStyle/>
          <a:p>
            <a:endParaRPr lang="en-US"/>
          </a:p>
        </p:txBody>
      </p:sp>
      <p:sp>
        <p:nvSpPr>
          <p:cNvPr id="6" name="Freeform 6">
            <a:extLst>
              <a:ext uri="{FF2B5EF4-FFF2-40B4-BE49-F238E27FC236}">
                <a16:creationId xmlns:a16="http://schemas.microsoft.com/office/drawing/2014/main" id="{DEABD2D3-C007-1796-99B9-506CE7A0205A}"/>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3"/>
            <a:stretch>
              <a:fillRect/>
            </a:stretch>
          </a:blipFill>
        </p:spPr>
        <p:txBody>
          <a:bodyPr/>
          <a:lstStyle/>
          <a:p>
            <a:endParaRPr lang="en-US" dirty="0"/>
          </a:p>
        </p:txBody>
      </p:sp>
      <p:pic>
        <p:nvPicPr>
          <p:cNvPr id="10" name="Picture 9">
            <a:extLst>
              <a:ext uri="{FF2B5EF4-FFF2-40B4-BE49-F238E27FC236}">
                <a16:creationId xmlns:a16="http://schemas.microsoft.com/office/drawing/2014/main" id="{975CB1A2-F44B-9553-E7BF-E75999C71840}"/>
              </a:ext>
            </a:extLst>
          </p:cNvPr>
          <p:cNvPicPr>
            <a:picLocks noChangeAspect="1"/>
          </p:cNvPicPr>
          <p:nvPr/>
        </p:nvPicPr>
        <p:blipFill>
          <a:blip r:embed="rId4" cstate="print">
            <a:extLst>
              <a:ext uri="{28A0092B-C50C-407E-A947-70E740481C1C}">
                <a14:useLocalDpi xmlns:a14="http://schemas.microsoft.com/office/drawing/2010/main" val="0"/>
              </a:ext>
            </a:extLst>
          </a:blip>
          <a:srcRect l="24501" t="13280" r="291" b="30144"/>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B0F91250-41C7-DA98-B300-6D6523A7771D}"/>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5">
              <a:extLst>
                <a:ext uri="{96DAC541-7B7A-43D3-8B79-37D633B846F1}">
                  <asvg:svgBlip xmlns:asvg="http://schemas.microsoft.com/office/drawing/2016/SVG/main" r:embed="rId6"/>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B9029978-F6C3-F1B8-39AF-A8242501F53A}"/>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A5BEA8BE-2DB6-BC59-DEF6-95F96C92D194}"/>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28A89A4F-F87D-FF66-2835-1B4927296405}"/>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1C125F07-5005-B3D7-51D7-75622F794F7B}"/>
              </a:ext>
            </a:extLst>
          </p:cNvPr>
          <p:cNvSpPr/>
          <p:nvPr/>
        </p:nvSpPr>
        <p:spPr>
          <a:xfrm>
            <a:off x="1990893" y="783745"/>
            <a:ext cx="3557800" cy="610505"/>
          </a:xfrm>
          <a:prstGeom prst="roundRect">
            <a:avLst/>
          </a:pr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B066FF5C-70B7-4A50-1E41-BD6028559532}"/>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F4919D29-5904-086A-9165-CF20FCA3D7AA}"/>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70805B1A-7E3F-2EE0-1DAE-32581857B6F4}"/>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880C6ABE-B7AC-CEE8-C0ED-D4696EC8849C}"/>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0E0CEEB2-76D8-D18A-03FE-9109FB129E52}"/>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8147E293-55AA-0D0D-213D-C1FFADB9E648}"/>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2998DE9E-0F2C-9B38-BDA2-2965A6C895E9}"/>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A1635D85-30AC-BD9D-1AB6-0B69D1E863BF}"/>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C212B9B1-34D5-E211-4FF1-E095FA899774}"/>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DFCF4745-DE0F-75F0-27F3-29A11286467F}"/>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83C0F110-C474-9975-62FD-AC0D7945B5E3}"/>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BA93420F-3B4C-F942-84B1-C33F9D6F68D8}"/>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6F736F82-6711-5ACE-89BB-0E4CE77741DE}"/>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92442B2B-CD03-433A-70D5-B92142AB3559}"/>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298D7DE7-133F-9A64-236E-74D5927B2CD1}"/>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7C62C9A1-856C-CC0F-E93F-810E6623EAE7}"/>
              </a:ext>
            </a:extLst>
          </p:cNvPr>
          <p:cNvSpPr/>
          <p:nvPr/>
        </p:nvSpPr>
        <p:spPr>
          <a:xfrm rot="-822037">
            <a:off x="325506" y="7313360"/>
            <a:ext cx="2517686" cy="3180818"/>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CD29FD85-58BA-38C3-115E-C155746F8D7D}"/>
              </a:ext>
            </a:extLst>
          </p:cNvPr>
          <p:cNvSpPr/>
          <p:nvPr/>
        </p:nvSpPr>
        <p:spPr>
          <a:xfrm>
            <a:off x="3290190" y="8463236"/>
            <a:ext cx="3992900" cy="2173125"/>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3C648F2C-1935-B202-088A-03F8894B7EBD}"/>
              </a:ext>
            </a:extLst>
          </p:cNvPr>
          <p:cNvSpPr txBox="1"/>
          <p:nvPr/>
        </p:nvSpPr>
        <p:spPr>
          <a:xfrm>
            <a:off x="3627915" y="8977894"/>
            <a:ext cx="3437347" cy="1292662"/>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a:t>
            </a:r>
            <a:r>
              <a:rPr lang="en-US" sz="1400" b="1" dirty="0">
                <a:solidFill>
                  <a:srgbClr val="C00000"/>
                </a:solidFill>
                <a:latin typeface="HP001 5 hàng" panose="020B0603050302020204" pitchFamily="34" charset="0"/>
              </a:rPr>
              <a:t>2</a:t>
            </a:r>
            <a:r>
              <a:rPr lang="vi-VN" sz="1400" b="1" dirty="0">
                <a:solidFill>
                  <a:srgbClr val="C00000"/>
                </a:solidFill>
                <a:latin typeface="HP001 5 hàng" panose="020B0603050302020204" pitchFamily="34" charset="0"/>
              </a:rPr>
              <a:t>, cô mong em cố gắng hơn trong môn Tiếng Anh, rèn luyện thêm kỹ năng, chú ý nghe giảng và mạnh dạn hỏi cô khi chưa hiểu bài.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nỗ lực và tự tin hơn, kết quả học tập của em sẽ ngày càng tiến bộ.</a:t>
            </a:r>
          </a:p>
        </p:txBody>
      </p:sp>
      <p:sp>
        <p:nvSpPr>
          <p:cNvPr id="39" name="TextBox 39">
            <a:extLst>
              <a:ext uri="{FF2B5EF4-FFF2-40B4-BE49-F238E27FC236}">
                <a16:creationId xmlns:a16="http://schemas.microsoft.com/office/drawing/2014/main" id="{90AD073B-04EC-AB4F-318D-EE7046A23036}"/>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A31FAAAE-08FC-A797-6202-C528C852D77A}"/>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7CFA646F-D2E6-027E-BDA3-28AA455DB599}"/>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55881AD6-47AD-7397-7123-CE6A3AB5C0D2}"/>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0AD3F688-C3FF-2E36-BE70-4D373456822C}"/>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35CF036E-C310-0639-76FE-AE5A61FAEA6A}"/>
              </a:ext>
            </a:extLst>
          </p:cNvPr>
          <p:cNvSpPr/>
          <p:nvPr/>
        </p:nvSpPr>
        <p:spPr>
          <a:xfrm flipH="1">
            <a:off x="6446851" y="10057939"/>
            <a:ext cx="876637" cy="578422"/>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038E2FA7-EAE6-7E26-EE5C-28C5EFDDC87A}"/>
              </a:ext>
            </a:extLst>
          </p:cNvPr>
          <p:cNvSpPr/>
          <p:nvPr/>
        </p:nvSpPr>
        <p:spPr>
          <a:xfrm rot="1991133">
            <a:off x="2767843" y="915383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6F4DD802-3CC5-D9B2-8423-1D3DF2EB059E}"/>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8D750DB1-C06E-A43A-2BDE-09F781AB6586}"/>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F10EEAC8-BBB2-2D1A-53C0-7D63CF3F9102}"/>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5">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AB29B59F-EC84-AC6D-83B2-729BF696CD1D}"/>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C0A0EE5A-2154-E87C-5918-DFAAA9E6F7C9}"/>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49"/>
            <a:stretch>
              <a:fillRect/>
            </a:stretch>
          </a:blipFill>
        </p:spPr>
        <p:txBody>
          <a:bodyPr/>
          <a:lstStyle/>
          <a:p>
            <a:endParaRPr lang="en-US"/>
          </a:p>
        </p:txBody>
      </p:sp>
      <p:sp>
        <p:nvSpPr>
          <p:cNvPr id="54" name="TextBox 54">
            <a:extLst>
              <a:ext uri="{FF2B5EF4-FFF2-40B4-BE49-F238E27FC236}">
                <a16:creationId xmlns:a16="http://schemas.microsoft.com/office/drawing/2014/main" id="{E4113B0A-4BED-7442-34FA-15D50179D2EE}"/>
              </a:ext>
            </a:extLst>
          </p:cNvPr>
          <p:cNvSpPr txBox="1"/>
          <p:nvPr/>
        </p:nvSpPr>
        <p:spPr>
          <a:xfrm rot="20765841">
            <a:off x="555748" y="7874084"/>
            <a:ext cx="2105887" cy="2369880"/>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suốt học kì </a:t>
            </a:r>
            <a:r>
              <a:rPr lang="en-US" sz="1400" b="1" dirty="0">
                <a:solidFill>
                  <a:schemeClr val="tx2"/>
                </a:solidFill>
                <a:latin typeface="HP001 5 hàng" panose="020B0603050302020204" pitchFamily="34" charset="0"/>
              </a:rPr>
              <a:t>1</a:t>
            </a:r>
            <a:r>
              <a:rPr lang="vi-VN" sz="1400" b="1" dirty="0">
                <a:solidFill>
                  <a:schemeClr val="tx2"/>
                </a:solidFill>
                <a:latin typeface="HP001 5 hàng" panose="020B0603050302020204" pitchFamily="34" charset="0"/>
              </a:rPr>
              <a:t>, em là học sinh ngoan ngoãn, lễ phép với thầy cô và hòa đồng với bạn bè. </a:t>
            </a:r>
            <a:endParaRPr lang="en-US" sz="1400" b="1" dirty="0">
              <a:solidFill>
                <a:schemeClr val="tx2"/>
              </a:solidFill>
              <a:latin typeface="HP001 5 hàng" panose="020B0603050302020204" pitchFamily="34" charset="0"/>
            </a:endParaRPr>
          </a:p>
          <a:p>
            <a:pPr algn="just"/>
            <a:r>
              <a:rPr lang="vi-VN" sz="1400" b="1" dirty="0">
                <a:solidFill>
                  <a:schemeClr val="tx2"/>
                </a:solidFill>
                <a:latin typeface="HP001 5 hàng" panose="020B0603050302020204" pitchFamily="34" charset="0"/>
              </a:rPr>
              <a:t>Em lắng nghe và thực hiện </a:t>
            </a:r>
            <a:r>
              <a:rPr lang="en-US" sz="1400" b="1" dirty="0" err="1">
                <a:solidFill>
                  <a:schemeClr val="tx2"/>
                </a:solidFill>
                <a:latin typeface="HP001 5 hàng" panose="020B0603050302020204" pitchFamily="34" charset="0"/>
              </a:rPr>
              <a:t>tốt</a:t>
            </a:r>
            <a:r>
              <a:rPr lang="en-US" sz="1400" b="1" dirty="0">
                <a:solidFill>
                  <a:schemeClr val="tx2"/>
                </a:solidFill>
                <a:latin typeface="HP001 5 hàng" panose="020B0603050302020204" pitchFamily="34" charset="0"/>
              </a:rPr>
              <a:t> </a:t>
            </a:r>
            <a:r>
              <a:rPr lang="vi-VN" sz="1400" b="1" dirty="0">
                <a:solidFill>
                  <a:schemeClr val="tx2"/>
                </a:solidFill>
                <a:latin typeface="HP001 5 hàng" panose="020B0603050302020204" pitchFamily="34" charset="0"/>
              </a:rPr>
              <a:t>các yêu cầu của cô. Kết quả học tập của em ở </a:t>
            </a:r>
            <a:r>
              <a:rPr lang="en-US" sz="1400" b="1" dirty="0" err="1">
                <a:solidFill>
                  <a:schemeClr val="tx2"/>
                </a:solidFill>
                <a:latin typeface="HP001 5 hàng" panose="020B0603050302020204" pitchFamily="34" charset="0"/>
              </a:rPr>
              <a:t>nhiều</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môn</a:t>
            </a:r>
            <a:r>
              <a:rPr lang="en-US" sz="1400" b="1" dirty="0">
                <a:solidFill>
                  <a:schemeClr val="tx2"/>
                </a:solidFill>
                <a:latin typeface="HP001 5 hàng" panose="020B0603050302020204" pitchFamily="34" charset="0"/>
              </a:rPr>
              <a:t> </a:t>
            </a:r>
            <a:r>
              <a:rPr lang="vi-VN" sz="1400" b="1" dirty="0">
                <a:solidFill>
                  <a:schemeClr val="tx2"/>
                </a:solidFill>
                <a:latin typeface="HP001 5 hàng" panose="020B0603050302020204" pitchFamily="34" charset="0"/>
              </a:rPr>
              <a:t>đạt mức hoàn thành tốt, thể hiện sự cố gắng và tinh thần học tập nghiêm túc. </a:t>
            </a:r>
            <a:endParaRPr lang="en-US" sz="1400" b="1" dirty="0">
              <a:solidFill>
                <a:schemeClr val="tx2"/>
              </a:solidFill>
              <a:latin typeface="HP001 5 hàng" panose="020B0603050302020204" pitchFamily="34" charset="0"/>
            </a:endParaRPr>
          </a:p>
        </p:txBody>
      </p:sp>
      <p:sp>
        <p:nvSpPr>
          <p:cNvPr id="55" name="TextBox 55">
            <a:extLst>
              <a:ext uri="{FF2B5EF4-FFF2-40B4-BE49-F238E27FC236}">
                <a16:creationId xmlns:a16="http://schemas.microsoft.com/office/drawing/2014/main" id="{3215D8C5-0A45-16F6-18F7-7C58057CD063}"/>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2E6E6056-BDCE-474B-C82C-53FBD9E54087}"/>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B842E276-6259-F315-2228-2BD085FCA971}"/>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Đinh </a:t>
            </a:r>
            <a:r>
              <a:rPr lang="en-US" sz="2000" b="1" dirty="0" err="1">
                <a:solidFill>
                  <a:srgbClr val="C00000"/>
                </a:solidFill>
                <a:latin typeface="HP001 5 hàng" panose="020B0603050302020204" pitchFamily="34" charset="0"/>
                <a:ea typeface="Cabin Bold"/>
                <a:cs typeface="Cabin Bold"/>
                <a:sym typeface="Cabin Bold"/>
              </a:rPr>
              <a:t>Huyền</a:t>
            </a:r>
            <a:r>
              <a:rPr lang="en-US" sz="2000" b="1" dirty="0">
                <a:solidFill>
                  <a:srgbClr val="C00000"/>
                </a:solidFill>
                <a:latin typeface="HP001 5 hàng" panose="020B0603050302020204" pitchFamily="34" charset="0"/>
                <a:ea typeface="Cabin Bold"/>
                <a:cs typeface="Cabin Bold"/>
                <a:sym typeface="Cabin Bold"/>
              </a:rPr>
              <a:t> Bích</a:t>
            </a:r>
          </a:p>
        </p:txBody>
      </p:sp>
      <p:sp>
        <p:nvSpPr>
          <p:cNvPr id="58" name="TextBox 58">
            <a:extLst>
              <a:ext uri="{FF2B5EF4-FFF2-40B4-BE49-F238E27FC236}">
                <a16:creationId xmlns:a16="http://schemas.microsoft.com/office/drawing/2014/main" id="{83CDB076-1080-6C2F-4EFB-85793C4A8A5E}"/>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109FDEF0-BCCA-8134-1083-67C06A524E36}"/>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5A046595-857A-78F2-8341-2E85E265872E}"/>
              </a:ext>
            </a:extLst>
          </p:cNvPr>
          <p:cNvGraphicFramePr>
            <a:graphicFrameLocks noGrp="1"/>
          </p:cNvGraphicFramePr>
          <p:nvPr>
            <p:extLst>
              <p:ext uri="{D42A27DB-BD31-4B8C-83A1-F6EECF244321}">
                <p14:modId xmlns:p14="http://schemas.microsoft.com/office/powerpoint/2010/main" val="128686678"/>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5</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2A78D8A8-313A-6A8D-AE7A-576DCA104A91}"/>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028435BA-6BAF-83C9-53CD-DCF1663F15E0}"/>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09347FA1-2545-81D7-3665-6966970A9D38}"/>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9CC5FE3D-4761-FECF-67F8-DD7949EFEA4E}"/>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49365413-6BA7-84EB-A782-9C3D2D8071CC}"/>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2"/>
            <a:stretch>
              <a:fillRect l="-100000" t="-177900"/>
            </a:stretch>
          </a:blipFill>
        </p:spPr>
        <p:txBody>
          <a:bodyPr/>
          <a:lstStyle/>
          <a:p>
            <a:endParaRPr lang="en-US"/>
          </a:p>
        </p:txBody>
      </p:sp>
    </p:spTree>
    <p:extLst>
      <p:ext uri="{BB962C8B-B14F-4D97-AF65-F5344CB8AC3E}">
        <p14:creationId xmlns:p14="http://schemas.microsoft.com/office/powerpoint/2010/main" val="4017117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A520-4D6F-5F9D-3AF2-7D926B43792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82398CF-3DBB-5892-8947-2717BC147F19}"/>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2"/>
            <a:stretch>
              <a:fillRect t="-619" r="-1791"/>
            </a:stretch>
          </a:blipFill>
        </p:spPr>
        <p:txBody>
          <a:bodyPr/>
          <a:lstStyle/>
          <a:p>
            <a:endParaRPr lang="en-US"/>
          </a:p>
        </p:txBody>
      </p:sp>
      <p:sp>
        <p:nvSpPr>
          <p:cNvPr id="6" name="Freeform 6">
            <a:extLst>
              <a:ext uri="{FF2B5EF4-FFF2-40B4-BE49-F238E27FC236}">
                <a16:creationId xmlns:a16="http://schemas.microsoft.com/office/drawing/2014/main" id="{1DF38D3D-C1C3-2262-1D9A-0CEAA38ACA8B}"/>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3"/>
            <a:stretch>
              <a:fillRect/>
            </a:stretch>
          </a:blipFill>
        </p:spPr>
        <p:txBody>
          <a:bodyPr/>
          <a:lstStyle/>
          <a:p>
            <a:endParaRPr lang="en-US" dirty="0"/>
          </a:p>
        </p:txBody>
      </p:sp>
      <p:pic>
        <p:nvPicPr>
          <p:cNvPr id="10" name="Picture 9">
            <a:extLst>
              <a:ext uri="{FF2B5EF4-FFF2-40B4-BE49-F238E27FC236}">
                <a16:creationId xmlns:a16="http://schemas.microsoft.com/office/drawing/2014/main" id="{137CC382-D3F4-4187-DFE1-BF19C5D152DF}"/>
              </a:ext>
            </a:extLst>
          </p:cNvPr>
          <p:cNvPicPr>
            <a:picLocks noChangeAspect="1"/>
          </p:cNvPicPr>
          <p:nvPr/>
        </p:nvPicPr>
        <p:blipFill>
          <a:blip r:embed="rId4" cstate="print">
            <a:extLst>
              <a:ext uri="{28A0092B-C50C-407E-A947-70E740481C1C}">
                <a14:useLocalDpi xmlns:a14="http://schemas.microsoft.com/office/drawing/2010/main" val="0"/>
              </a:ext>
            </a:extLst>
          </a:blip>
          <a:srcRect l="13829" t="16075" r="-200" b="18952"/>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F10191E6-5A4D-BF13-FA6A-7020424D4E70}"/>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5">
              <a:extLst>
                <a:ext uri="{96DAC541-7B7A-43D3-8B79-37D633B846F1}">
                  <asvg:svgBlip xmlns:asvg="http://schemas.microsoft.com/office/drawing/2016/SVG/main" r:embed="rId6"/>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1E3921AE-5415-AF0E-315D-06D711EC3B5F}"/>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643CBACB-2820-5EFF-1B2F-AD32E3EBCB30}"/>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05C5625B-117A-F238-FF8D-8E351991EDA0}"/>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DE30CF8C-24EA-437A-8F93-358767A8BBE2}"/>
              </a:ext>
            </a:extLst>
          </p:cNvPr>
          <p:cNvSpPr/>
          <p:nvPr/>
        </p:nvSpPr>
        <p:spPr>
          <a:xfrm>
            <a:off x="1990893" y="783745"/>
            <a:ext cx="3557800" cy="610505"/>
          </a:xfrm>
          <a:prstGeom prst="roundRect">
            <a:avLst/>
          </a:pr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1362A3A9-A5E7-D0D4-AA9C-BE9D630B5D01}"/>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B9E49970-4DBD-4A78-F19E-1FDEC7C10D30}"/>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5C0D0591-8E3F-2789-BCB6-0B2BAA1D833F}"/>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72745ABE-1C73-1C64-5A60-82A0062BC954}"/>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8ECB5316-2E05-D14A-ACB3-C8303D48F6C0}"/>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C06905E6-C31E-C198-244C-701BD9E1A674}"/>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500C2135-F32E-C874-8742-C31AC9B909BB}"/>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A89E7695-B390-35DD-903A-41594F64D375}"/>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5498BFD2-8789-87BD-7B7B-0A8ACAA14301}"/>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AAF9DEA0-9913-994D-3CB1-EB7759F08C9B}"/>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DD4EF56B-C25F-E631-7FF2-CCC37D6CB803}"/>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8ADAD845-1D79-3F9C-34C2-1F11358CDE56}"/>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E7B3D837-8379-12A1-74F3-35F773DE4EA8}"/>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4C50F6DC-BCC9-7959-56E2-689C8471EBBE}"/>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56925853-D1AE-80BF-C8EB-8B7CCB6324B1}"/>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201E0512-162A-FD67-4186-00E7EA2166A2}"/>
              </a:ext>
            </a:extLst>
          </p:cNvPr>
          <p:cNvSpPr/>
          <p:nvPr/>
        </p:nvSpPr>
        <p:spPr>
          <a:xfrm rot="-822037">
            <a:off x="292921" y="7317274"/>
            <a:ext cx="2517686" cy="2905661"/>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B300A664-C0CE-EFEA-30B6-F625C3080DB6}"/>
              </a:ext>
            </a:extLst>
          </p:cNvPr>
          <p:cNvSpPr/>
          <p:nvPr/>
        </p:nvSpPr>
        <p:spPr>
          <a:xfrm>
            <a:off x="2989883" y="8463236"/>
            <a:ext cx="4476021" cy="2146562"/>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F9B5DA1B-6AAA-97F9-CDC0-A9880FA33FAF}"/>
              </a:ext>
            </a:extLst>
          </p:cNvPr>
          <p:cNvSpPr txBox="1"/>
          <p:nvPr/>
        </p:nvSpPr>
        <p:spPr>
          <a:xfrm>
            <a:off x="3573571" y="8943995"/>
            <a:ext cx="3491692" cy="1508105"/>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a:t>
            </a:r>
            <a:r>
              <a:rPr lang="en-US" sz="1400" b="1" dirty="0">
                <a:solidFill>
                  <a:srgbClr val="C00000"/>
                </a:solidFill>
                <a:latin typeface="HP001 5 hàng" panose="020B0603050302020204" pitchFamily="34" charset="0"/>
              </a:rPr>
              <a:t>2</a:t>
            </a:r>
            <a:r>
              <a:rPr lang="vi-VN" sz="1400" b="1" dirty="0">
                <a:solidFill>
                  <a:srgbClr val="C00000"/>
                </a:solidFill>
                <a:latin typeface="HP001 5 hàng" panose="020B0603050302020204" pitchFamily="34" charset="0"/>
              </a:rPr>
              <a:t>, cô mong em chăm chỉ và chủ động hơn trong học tập. Em cần tập trung nghe giảng, thực hiện đầy đủ bài tập trên lớp và ở nhà.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cố gắng rèn luyện tinh thần học tập và dành nhiều thời gian hơn cho việc học, kết quả của em sẽ tiến bộ rõ rệt.</a:t>
            </a:r>
          </a:p>
        </p:txBody>
      </p:sp>
      <p:sp>
        <p:nvSpPr>
          <p:cNvPr id="39" name="TextBox 39">
            <a:extLst>
              <a:ext uri="{FF2B5EF4-FFF2-40B4-BE49-F238E27FC236}">
                <a16:creationId xmlns:a16="http://schemas.microsoft.com/office/drawing/2014/main" id="{27A78A83-E725-AB92-7DC9-1A2887C57B72}"/>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7C7C2B6E-BAA0-88E7-292F-5671CDC42DAE}"/>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F1F7435F-10AE-F19E-7E95-2D42FC4D238D}"/>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EF61A6AD-A42C-5B2E-983F-D1C61B208CF1}"/>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AA46DFD3-EC81-3168-CF6F-126E6A422D70}"/>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7DB3361D-E03A-70F9-2E51-BE8CEA1BF23A}"/>
              </a:ext>
            </a:extLst>
          </p:cNvPr>
          <p:cNvSpPr/>
          <p:nvPr/>
        </p:nvSpPr>
        <p:spPr>
          <a:xfrm flipH="1">
            <a:off x="7021460" y="10248059"/>
            <a:ext cx="490303" cy="361739"/>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50B353AE-E682-FFC7-3020-8994066ABC24}"/>
              </a:ext>
            </a:extLst>
          </p:cNvPr>
          <p:cNvSpPr/>
          <p:nvPr/>
        </p:nvSpPr>
        <p:spPr>
          <a:xfrm rot="1991133">
            <a:off x="2767843" y="915383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E35AD150-E1D3-AD53-BCCC-63E1EC10F749}"/>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5A44605D-943E-878C-7E86-6AD33411243E}"/>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ABBA3063-3E3A-39C7-0FB3-CC6EFC09FF28}"/>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5">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B83511C4-4A92-18F9-1EA8-C8DC710B5EC5}"/>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132CBD43-CE14-2C9C-E7AB-EFC66CC0EBBD}"/>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49"/>
            <a:stretch>
              <a:fillRect/>
            </a:stretch>
          </a:blipFill>
        </p:spPr>
        <p:txBody>
          <a:bodyPr/>
          <a:lstStyle/>
          <a:p>
            <a:endParaRPr lang="en-US"/>
          </a:p>
        </p:txBody>
      </p:sp>
      <p:sp>
        <p:nvSpPr>
          <p:cNvPr id="54" name="TextBox 54">
            <a:extLst>
              <a:ext uri="{FF2B5EF4-FFF2-40B4-BE49-F238E27FC236}">
                <a16:creationId xmlns:a16="http://schemas.microsoft.com/office/drawing/2014/main" id="{D879F333-157E-A4FF-318E-CB5CA4BF5842}"/>
              </a:ext>
            </a:extLst>
          </p:cNvPr>
          <p:cNvSpPr txBox="1"/>
          <p:nvPr/>
        </p:nvSpPr>
        <p:spPr>
          <a:xfrm rot="20765841">
            <a:off x="555748" y="7891945"/>
            <a:ext cx="2105887" cy="2154436"/>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học kì </a:t>
            </a:r>
            <a:r>
              <a:rPr lang="en-US" sz="1400" b="1" dirty="0">
                <a:solidFill>
                  <a:schemeClr val="tx2"/>
                </a:solidFill>
                <a:latin typeface="HP001 5 hàng" panose="020B0603050302020204" pitchFamily="34" charset="0"/>
              </a:rPr>
              <a:t>1</a:t>
            </a:r>
            <a:r>
              <a:rPr lang="vi-VN" sz="1400" b="1" dirty="0">
                <a:solidFill>
                  <a:schemeClr val="tx2"/>
                </a:solidFill>
                <a:latin typeface="HP001 5 hàng" panose="020B0603050302020204" pitchFamily="34" charset="0"/>
              </a:rPr>
              <a:t>, em là học sinh ngoan ngoãn, lễ phép với thầy cô và hòa đồng với bạn bè. Em tham gia đầy đủ các hoạt động học tập và sinh hoạt của lớp, chấp hành tốt nội quy trường lớp. Kết quả học tập của em ở các môn học đều đạt mức hoàn thành</a:t>
            </a:r>
            <a:r>
              <a:rPr lang="en-US" sz="1400" b="1" dirty="0">
                <a:solidFill>
                  <a:schemeClr val="tx2"/>
                </a:solidFill>
                <a:latin typeface="HP001 5 hàng" panose="020B0603050302020204" pitchFamily="34" charset="0"/>
              </a:rPr>
              <a:t>.</a:t>
            </a:r>
          </a:p>
        </p:txBody>
      </p:sp>
      <p:sp>
        <p:nvSpPr>
          <p:cNvPr id="55" name="TextBox 55">
            <a:extLst>
              <a:ext uri="{FF2B5EF4-FFF2-40B4-BE49-F238E27FC236}">
                <a16:creationId xmlns:a16="http://schemas.microsoft.com/office/drawing/2014/main" id="{3A37F904-29FF-012E-0E46-C8615BB7D57C}"/>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88FB0E2B-4CED-67E4-DA84-CE7CCE40F1DD}"/>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F173AE1A-2F39-327B-B641-B637C9907176}"/>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Hoàng Đức </a:t>
            </a:r>
            <a:r>
              <a:rPr lang="en-US" sz="2000" b="1" dirty="0" err="1">
                <a:solidFill>
                  <a:srgbClr val="C00000"/>
                </a:solidFill>
                <a:latin typeface="HP001 5 hàng" panose="020B0603050302020204" pitchFamily="34" charset="0"/>
                <a:ea typeface="Cabin Bold"/>
                <a:cs typeface="Cabin Bold"/>
                <a:sym typeface="Cabin Bold"/>
              </a:rPr>
              <a:t>Diện</a:t>
            </a:r>
            <a:endParaRPr lang="en-US" sz="2000" b="1" dirty="0">
              <a:solidFill>
                <a:srgbClr val="C00000"/>
              </a:solidFill>
              <a:latin typeface="HP001 5 hàng" panose="020B0603050302020204" pitchFamily="34" charset="0"/>
              <a:ea typeface="Cabin Bold"/>
              <a:cs typeface="Cabin Bold"/>
              <a:sym typeface="Cabin Bold"/>
            </a:endParaRPr>
          </a:p>
        </p:txBody>
      </p:sp>
      <p:sp>
        <p:nvSpPr>
          <p:cNvPr id="58" name="TextBox 58">
            <a:extLst>
              <a:ext uri="{FF2B5EF4-FFF2-40B4-BE49-F238E27FC236}">
                <a16:creationId xmlns:a16="http://schemas.microsoft.com/office/drawing/2014/main" id="{CCBECF0C-B740-779F-F212-990585221699}"/>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03832751-2C89-B0FD-B31C-6D5F2468BA9E}"/>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C0F4DF6F-0557-E449-3A8A-12C1E034B0E9}"/>
              </a:ext>
            </a:extLst>
          </p:cNvPr>
          <p:cNvGraphicFramePr>
            <a:graphicFrameLocks noGrp="1"/>
          </p:cNvGraphicFramePr>
          <p:nvPr>
            <p:extLst>
              <p:ext uri="{D42A27DB-BD31-4B8C-83A1-F6EECF244321}">
                <p14:modId xmlns:p14="http://schemas.microsoft.com/office/powerpoint/2010/main" val="1547664977"/>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E19EC743-2498-2F8F-19C8-4B78B23AE028}"/>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7408FF4B-C8D7-04D4-21CA-4AC3F1548A32}"/>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1FEE7D57-D22E-C432-1B42-F234A3DE913D}"/>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FE375107-FE62-E6E8-F19D-B1B0EA934C72}"/>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4808352C-D6C7-F225-8550-2DEB6AF2C517}"/>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2"/>
            <a:stretch>
              <a:fillRect l="-100000" t="-177900"/>
            </a:stretch>
          </a:blipFill>
        </p:spPr>
        <p:txBody>
          <a:bodyPr/>
          <a:lstStyle/>
          <a:p>
            <a:endParaRPr lang="en-US"/>
          </a:p>
        </p:txBody>
      </p:sp>
    </p:spTree>
    <p:extLst>
      <p:ext uri="{BB962C8B-B14F-4D97-AF65-F5344CB8AC3E}">
        <p14:creationId xmlns:p14="http://schemas.microsoft.com/office/powerpoint/2010/main" val="1892503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C860-E3AF-D150-E6F9-FE3B42F6B4DB}"/>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77D0ADA4-CFA4-6829-F38E-D7B143DDCEB0}"/>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2"/>
            <a:stretch>
              <a:fillRect t="-619" r="-1791"/>
            </a:stretch>
          </a:blipFill>
        </p:spPr>
        <p:txBody>
          <a:bodyPr/>
          <a:lstStyle/>
          <a:p>
            <a:endParaRPr lang="en-US"/>
          </a:p>
        </p:txBody>
      </p:sp>
      <p:sp>
        <p:nvSpPr>
          <p:cNvPr id="6" name="Freeform 6">
            <a:extLst>
              <a:ext uri="{FF2B5EF4-FFF2-40B4-BE49-F238E27FC236}">
                <a16:creationId xmlns:a16="http://schemas.microsoft.com/office/drawing/2014/main" id="{06508927-D7CE-AFED-42CA-9B32017D30AA}"/>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3"/>
            <a:stretch>
              <a:fillRect/>
            </a:stretch>
          </a:blipFill>
        </p:spPr>
        <p:txBody>
          <a:bodyPr/>
          <a:lstStyle/>
          <a:p>
            <a:endParaRPr lang="en-US" dirty="0"/>
          </a:p>
        </p:txBody>
      </p:sp>
      <p:pic>
        <p:nvPicPr>
          <p:cNvPr id="10" name="Picture 9">
            <a:extLst>
              <a:ext uri="{FF2B5EF4-FFF2-40B4-BE49-F238E27FC236}">
                <a16:creationId xmlns:a16="http://schemas.microsoft.com/office/drawing/2014/main" id="{3DCD81B1-F1A6-D221-3A34-2B4C4D22DD57}"/>
              </a:ext>
            </a:extLst>
          </p:cNvPr>
          <p:cNvPicPr>
            <a:picLocks noChangeAspect="1"/>
          </p:cNvPicPr>
          <p:nvPr/>
        </p:nvPicPr>
        <p:blipFill>
          <a:blip r:embed="rId4" cstate="print">
            <a:extLst>
              <a:ext uri="{28A0092B-C50C-407E-A947-70E740481C1C}">
                <a14:useLocalDpi xmlns:a14="http://schemas.microsoft.com/office/drawing/2010/main" val="0"/>
              </a:ext>
            </a:extLst>
          </a:blip>
          <a:srcRect l="28761" t="22167" r="1398" b="25294"/>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ED725C76-61C2-B457-7FC2-BA454739B4B2}"/>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5">
              <a:extLst>
                <a:ext uri="{96DAC541-7B7A-43D3-8B79-37D633B846F1}">
                  <asvg:svgBlip xmlns:asvg="http://schemas.microsoft.com/office/drawing/2016/SVG/main" r:embed="rId6"/>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494E7D94-A8E2-2076-2C6E-2848423A4BCE}"/>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4B943EF5-B436-D1C7-62A2-341F3552271C}"/>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1D6B26CF-571F-8045-0407-11975EDD6A5F}"/>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8347B183-8251-2E00-55F3-6F2DBCF0A349}"/>
              </a:ext>
            </a:extLst>
          </p:cNvPr>
          <p:cNvSpPr/>
          <p:nvPr/>
        </p:nvSpPr>
        <p:spPr>
          <a:xfrm>
            <a:off x="1990893" y="783745"/>
            <a:ext cx="3557800" cy="610505"/>
          </a:xfrm>
          <a:prstGeom prst="roundRect">
            <a:avLst/>
          </a:pr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42F72525-91B0-1495-FDB0-845ABD30D339}"/>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18834993-A155-0940-0F74-CDE78DE10039}"/>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100D35D5-0988-68CA-7E35-EDF9E809F881}"/>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CE69C155-0315-5798-135E-DA166351C01D}"/>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E5867550-090E-5429-4C85-C4ED31F1506D}"/>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3A2848E1-1039-6756-6DA9-5853BBC88169}"/>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2D51EBA4-7982-0389-64BE-72E4514B3430}"/>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31C49DF0-5158-D878-DD36-EA58A5333E26}"/>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AE3E4B82-0BDF-F0BA-A04C-FD7BB0CA9D9A}"/>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D362EFCA-659D-5DEC-8309-B06921AEECA6}"/>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147EF45E-892A-58E0-FF15-C3E82EFFFD89}"/>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7ECAB7E6-A972-3790-64E5-1F4DE774DADB}"/>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EC04A6F7-D015-1044-BF98-4A0B873777DD}"/>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C22A9AEB-56C0-4ADB-6BC1-575613B65EC4}"/>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94161AEE-B7EC-FBAD-6D59-5789E17BE832}"/>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854CE78A-C045-29C6-31A3-692BC900425F}"/>
              </a:ext>
            </a:extLst>
          </p:cNvPr>
          <p:cNvSpPr/>
          <p:nvPr/>
        </p:nvSpPr>
        <p:spPr>
          <a:xfrm rot="-822037">
            <a:off x="292921" y="7317274"/>
            <a:ext cx="2517686" cy="2905661"/>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950DA3C7-3139-72EB-CD79-3C7325C80047}"/>
              </a:ext>
            </a:extLst>
          </p:cNvPr>
          <p:cNvSpPr/>
          <p:nvPr/>
        </p:nvSpPr>
        <p:spPr>
          <a:xfrm>
            <a:off x="2989883" y="8540225"/>
            <a:ext cx="4476021" cy="1939528"/>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39144834-5E00-861A-AD46-56D6ACE46176}"/>
              </a:ext>
            </a:extLst>
          </p:cNvPr>
          <p:cNvSpPr txBox="1"/>
          <p:nvPr/>
        </p:nvSpPr>
        <p:spPr>
          <a:xfrm>
            <a:off x="3432614" y="8971838"/>
            <a:ext cx="3603244" cy="1292662"/>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2, cô mong em tiếp tục giữ vững tinh thần học tập, chú ý lắng nghe trong giờ học và rèn luyện thêm kỹ năng ở một số môn như Khoa học, Tiếng Anh và Tin học.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Em hãy mạnh dạn hỏi cô khi chưa hiểu bài và tích cực hơn trong các hoạt động học tập. </a:t>
            </a:r>
          </a:p>
        </p:txBody>
      </p:sp>
      <p:sp>
        <p:nvSpPr>
          <p:cNvPr id="39" name="TextBox 39">
            <a:extLst>
              <a:ext uri="{FF2B5EF4-FFF2-40B4-BE49-F238E27FC236}">
                <a16:creationId xmlns:a16="http://schemas.microsoft.com/office/drawing/2014/main" id="{49842DAB-CEA7-D99B-83D6-820F1DD30CB3}"/>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22A1F1CE-38CC-784E-D27C-D1E92CA45046}"/>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B7AC883C-608F-3901-63BF-BA08754E78B7}"/>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28011AF4-EA46-6829-A165-B3D88E020300}"/>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8CAE8DCC-8516-98BE-58E7-37630CB37C1F}"/>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D82BB891-8D53-53A1-3605-A68DE61C6AEC}"/>
              </a:ext>
            </a:extLst>
          </p:cNvPr>
          <p:cNvSpPr/>
          <p:nvPr/>
        </p:nvSpPr>
        <p:spPr>
          <a:xfrm flipH="1">
            <a:off x="7021460" y="10248059"/>
            <a:ext cx="490303" cy="361739"/>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5232EFA8-FDE3-87D1-A31A-D7DFD9EDCD03}"/>
              </a:ext>
            </a:extLst>
          </p:cNvPr>
          <p:cNvSpPr/>
          <p:nvPr/>
        </p:nvSpPr>
        <p:spPr>
          <a:xfrm rot="1991133">
            <a:off x="2767843" y="915383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9F6723F0-D73E-01CB-D7BF-E677D9381899}"/>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0E405ECA-F384-C37F-278F-2D05E6F42B70}"/>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3">
              <a:extLst>
                <a:ext uri="{96DAC541-7B7A-43D3-8B79-37D633B846F1}">
                  <asvg:svgBlip xmlns:asvg="http://schemas.microsoft.com/office/drawing/2016/SVG/main" r:embed="rId44"/>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F229C3A8-5E80-D9C6-6336-448EA8B92D4B}"/>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5">
              <a:extLst>
                <a:ext uri="{96DAC541-7B7A-43D3-8B79-37D633B846F1}">
                  <asvg:svgBlip xmlns:asvg="http://schemas.microsoft.com/office/drawing/2016/SVG/main" r:embed="rId46"/>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B6E41C60-C45F-4F2F-E3D3-65938AEC43E3}"/>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B154C457-392E-746F-8FDD-DB1BB2F9BDB8}"/>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49"/>
            <a:stretch>
              <a:fillRect/>
            </a:stretch>
          </a:blipFill>
        </p:spPr>
        <p:txBody>
          <a:bodyPr/>
          <a:lstStyle/>
          <a:p>
            <a:endParaRPr lang="en-US"/>
          </a:p>
        </p:txBody>
      </p:sp>
      <p:sp>
        <p:nvSpPr>
          <p:cNvPr id="54" name="TextBox 54">
            <a:extLst>
              <a:ext uri="{FF2B5EF4-FFF2-40B4-BE49-F238E27FC236}">
                <a16:creationId xmlns:a16="http://schemas.microsoft.com/office/drawing/2014/main" id="{854827C1-5065-9411-F869-857A776346D4}"/>
              </a:ext>
            </a:extLst>
          </p:cNvPr>
          <p:cNvSpPr txBox="1"/>
          <p:nvPr/>
        </p:nvSpPr>
        <p:spPr>
          <a:xfrm rot="20765841">
            <a:off x="555748" y="7891945"/>
            <a:ext cx="2105887" cy="2154436"/>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học kì 1, em là học sinh ngoan ngoãn, lễ phép với thầy cô và hòa đồng với bạn bè. Em tham gia đầy đủ các hoạt động học tập và sinh hoạt của lớp, chấp hành tốt nội quy trường lớp. Kết quả học tập của em ở các môn học đều đạt mức hoàn thành</a:t>
            </a:r>
            <a:r>
              <a:rPr lang="en-US" sz="1400" b="1" dirty="0">
                <a:solidFill>
                  <a:schemeClr val="tx2"/>
                </a:solidFill>
                <a:latin typeface="HP001 5 hàng" panose="020B0603050302020204" pitchFamily="34" charset="0"/>
              </a:rPr>
              <a:t>.</a:t>
            </a:r>
            <a:endParaRPr lang="vi-VN" sz="1400" b="1" dirty="0">
              <a:solidFill>
                <a:schemeClr val="tx2"/>
              </a:solidFill>
              <a:latin typeface="HP001 5 hàng" panose="020B0603050302020204" pitchFamily="34" charset="0"/>
            </a:endParaRPr>
          </a:p>
        </p:txBody>
      </p:sp>
      <p:sp>
        <p:nvSpPr>
          <p:cNvPr id="55" name="TextBox 55">
            <a:extLst>
              <a:ext uri="{FF2B5EF4-FFF2-40B4-BE49-F238E27FC236}">
                <a16:creationId xmlns:a16="http://schemas.microsoft.com/office/drawing/2014/main" id="{3BE9D183-9F26-FC52-E0D1-CD23CCCA5932}"/>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BEE9AA96-7407-DCF2-6B31-28428101156B}"/>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31065D83-3A1F-8D2D-E019-93688454ADA3}"/>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Phùng Ngọc Diệp</a:t>
            </a:r>
          </a:p>
        </p:txBody>
      </p:sp>
      <p:sp>
        <p:nvSpPr>
          <p:cNvPr id="58" name="TextBox 58">
            <a:extLst>
              <a:ext uri="{FF2B5EF4-FFF2-40B4-BE49-F238E27FC236}">
                <a16:creationId xmlns:a16="http://schemas.microsoft.com/office/drawing/2014/main" id="{15039728-4031-A7D8-8BA5-0EBE96149B4A}"/>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EF475C4C-6F65-F994-4802-71A345683FCE}"/>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C6402984-963F-80B9-797D-79BAB981B8D1}"/>
              </a:ext>
            </a:extLst>
          </p:cNvPr>
          <p:cNvGraphicFramePr>
            <a:graphicFrameLocks noGrp="1"/>
          </p:cNvGraphicFramePr>
          <p:nvPr>
            <p:extLst>
              <p:ext uri="{D42A27DB-BD31-4B8C-83A1-F6EECF244321}">
                <p14:modId xmlns:p14="http://schemas.microsoft.com/office/powerpoint/2010/main" val="3822512045"/>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5</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ADBDA222-B0FD-3423-59CD-B2485FE4BF9E}"/>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AE543D07-BEE2-12F3-1868-A43F61D2A48D}"/>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CCB0F996-3771-A501-3FD5-121E9B682226}"/>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885E5A50-6F97-271B-79D9-5AAFF62DE327}"/>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2FAA8A72-DEF7-AEEC-61C8-477E88C211EF}"/>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2"/>
            <a:stretch>
              <a:fillRect l="-100000" t="-177900"/>
            </a:stretch>
          </a:blipFill>
        </p:spPr>
        <p:txBody>
          <a:bodyPr/>
          <a:lstStyle/>
          <a:p>
            <a:endParaRPr lang="en-US"/>
          </a:p>
        </p:txBody>
      </p:sp>
    </p:spTree>
    <p:extLst>
      <p:ext uri="{BB962C8B-B14F-4D97-AF65-F5344CB8AC3E}">
        <p14:creationId xmlns:p14="http://schemas.microsoft.com/office/powerpoint/2010/main" val="574781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4A4AF-A678-487B-5163-509DA8EF9858}"/>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A945479C-7F2C-6B03-BF25-04EA1BACB5AD}"/>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3"/>
            <a:stretch>
              <a:fillRect t="-619" r="-1791"/>
            </a:stretch>
          </a:blipFill>
        </p:spPr>
        <p:txBody>
          <a:bodyPr/>
          <a:lstStyle/>
          <a:p>
            <a:endParaRPr lang="en-US"/>
          </a:p>
        </p:txBody>
      </p:sp>
      <p:sp>
        <p:nvSpPr>
          <p:cNvPr id="6" name="Freeform 6">
            <a:extLst>
              <a:ext uri="{FF2B5EF4-FFF2-40B4-BE49-F238E27FC236}">
                <a16:creationId xmlns:a16="http://schemas.microsoft.com/office/drawing/2014/main" id="{54593D6F-31E2-2DBA-F20C-A75A7ED57C2C}"/>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4"/>
            <a:stretch>
              <a:fillRect/>
            </a:stretch>
          </a:blipFill>
        </p:spPr>
        <p:txBody>
          <a:bodyPr/>
          <a:lstStyle/>
          <a:p>
            <a:endParaRPr lang="en-US" dirty="0"/>
          </a:p>
        </p:txBody>
      </p:sp>
      <p:pic>
        <p:nvPicPr>
          <p:cNvPr id="10" name="Picture 9">
            <a:extLst>
              <a:ext uri="{FF2B5EF4-FFF2-40B4-BE49-F238E27FC236}">
                <a16:creationId xmlns:a16="http://schemas.microsoft.com/office/drawing/2014/main" id="{72BD56BC-5B79-A160-5C80-DCB5B3C013CA}"/>
              </a:ext>
            </a:extLst>
          </p:cNvPr>
          <p:cNvPicPr>
            <a:picLocks noChangeAspect="1"/>
          </p:cNvPicPr>
          <p:nvPr/>
        </p:nvPicPr>
        <p:blipFill>
          <a:blip r:embed="rId5" cstate="print">
            <a:extLst>
              <a:ext uri="{28A0092B-C50C-407E-A947-70E740481C1C}">
                <a14:useLocalDpi xmlns:a14="http://schemas.microsoft.com/office/drawing/2010/main" val="0"/>
              </a:ext>
            </a:extLst>
          </a:blip>
          <a:srcRect l="20447" t="23231" r="-33" b="16900"/>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6D97B09E-BBD6-1693-5ADF-59AB9F1EF337}"/>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6">
              <a:extLst>
                <a:ext uri="{96DAC541-7B7A-43D3-8B79-37D633B846F1}">
                  <asvg:svgBlip xmlns:asvg="http://schemas.microsoft.com/office/drawing/2016/SVG/main" r:embed="rId7"/>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A666330A-95BE-502F-B6CB-7FC07DED108A}"/>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AA6A3884-6665-296C-79EE-D39543681E84}"/>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994547D1-4453-1378-A169-A3335B957912}"/>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0DA180BF-A04C-B392-9BF5-2F98E1495898}"/>
              </a:ext>
            </a:extLst>
          </p:cNvPr>
          <p:cNvSpPr/>
          <p:nvPr/>
        </p:nvSpPr>
        <p:spPr>
          <a:xfrm>
            <a:off x="1990893" y="783745"/>
            <a:ext cx="3557800" cy="610505"/>
          </a:xfrm>
          <a:prstGeom prst="roundRect">
            <a:avLst/>
          </a:pr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11929C6D-9C61-FE01-FAB1-005E64CFDF54}"/>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22804286-731E-A953-8412-02E9C73A8BFC}"/>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2FBF585E-13CC-4D13-BA3F-0C715E831369}"/>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5323D21F-F618-7A51-395F-834ABE5BFFEA}"/>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DC1A0EAA-6265-385F-6A93-D171EAE0EDE4}"/>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6FDF4F63-5388-82F7-C869-D7D6D106004E}"/>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63FF75D8-D7C1-C784-56DD-2BD8D4922693}"/>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D9E27568-9A5E-DA57-2B17-7280C2035A02}"/>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6BF2FBE9-FC0A-5FC0-DDEE-71B3F42D3E82}"/>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4AF08763-2F8C-5840-C6ED-96DA0237C39F}"/>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55C7D65C-E125-4C3A-E970-A9E2471CC2B9}"/>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12B9019E-E561-B51C-64EB-7565FFE5F779}"/>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687D9CDE-BFBB-22AE-429E-C1F9A622726B}"/>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0C9D2FFB-327F-F2ED-3EF7-16A9E7181F90}"/>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9A4E8E48-8D40-81CA-1689-EBB0A5FEDC4D}"/>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34A6EC80-4189-1682-29B8-AA4101B4BCDC}"/>
              </a:ext>
            </a:extLst>
          </p:cNvPr>
          <p:cNvSpPr/>
          <p:nvPr/>
        </p:nvSpPr>
        <p:spPr>
          <a:xfrm rot="-822037">
            <a:off x="292921" y="7317274"/>
            <a:ext cx="2517686" cy="2905661"/>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68840641-CD5B-BA50-E5F6-A73AC6DFA2ED}"/>
              </a:ext>
            </a:extLst>
          </p:cNvPr>
          <p:cNvSpPr/>
          <p:nvPr/>
        </p:nvSpPr>
        <p:spPr>
          <a:xfrm>
            <a:off x="2989883" y="8540225"/>
            <a:ext cx="4476021" cy="1939528"/>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147D8C9C-262F-2A3F-AC4B-1685D5473537}"/>
              </a:ext>
            </a:extLst>
          </p:cNvPr>
          <p:cNvSpPr txBox="1"/>
          <p:nvPr/>
        </p:nvSpPr>
        <p:spPr>
          <a:xfrm>
            <a:off x="3432613" y="8971838"/>
            <a:ext cx="3732179" cy="1292662"/>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2, cô mong em tiếp tục phát huy những ưu điểm đã đạt được, rèn luyện thêm kỹ năng ở môn Tiếng Anh và Tin học, chú ý lắng nghe trong giờ học.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cố gắng hơn, kết quả học tập của em sẽ ngày càng tiến bộ</a:t>
            </a:r>
            <a:r>
              <a:rPr lang="en-US" sz="1400" b="1" dirty="0">
                <a:solidFill>
                  <a:srgbClr val="C00000"/>
                </a:solidFill>
                <a:latin typeface="HP001 5 hàng" panose="020B0603050302020204" pitchFamily="34" charset="0"/>
              </a:rPr>
              <a:t>.</a:t>
            </a:r>
            <a:endParaRPr lang="vi-VN" sz="1400" b="1" dirty="0">
              <a:solidFill>
                <a:srgbClr val="C00000"/>
              </a:solidFill>
              <a:latin typeface="HP001 5 hàng" panose="020B0603050302020204" pitchFamily="34" charset="0"/>
            </a:endParaRPr>
          </a:p>
        </p:txBody>
      </p:sp>
      <p:sp>
        <p:nvSpPr>
          <p:cNvPr id="39" name="TextBox 39">
            <a:extLst>
              <a:ext uri="{FF2B5EF4-FFF2-40B4-BE49-F238E27FC236}">
                <a16:creationId xmlns:a16="http://schemas.microsoft.com/office/drawing/2014/main" id="{E5D6905A-D559-D487-DB92-316C68FE75D5}"/>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12680129-39F4-941A-F8D7-25C756F8C0C5}"/>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92680119-A67D-0E25-A430-F4DEFDEF8061}"/>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5297CCD4-1DBC-7CB3-3539-6C77B6F13426}"/>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5E1949EA-C5F4-18C7-6FD6-4884651B8C07}"/>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5F1D08B7-17EA-FBBB-B287-17711A16D54C}"/>
              </a:ext>
            </a:extLst>
          </p:cNvPr>
          <p:cNvSpPr/>
          <p:nvPr/>
        </p:nvSpPr>
        <p:spPr>
          <a:xfrm flipH="1">
            <a:off x="6814740" y="10066708"/>
            <a:ext cx="684367" cy="445341"/>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DAF1B9BA-809B-28C6-F72B-EDE51D9CC404}"/>
              </a:ext>
            </a:extLst>
          </p:cNvPr>
          <p:cNvSpPr/>
          <p:nvPr/>
        </p:nvSpPr>
        <p:spPr>
          <a:xfrm rot="1991133">
            <a:off x="2629383" y="9247870"/>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78729DF6-63CD-54AE-6738-843776CB844B}"/>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1B096A43-2AA8-92D7-96C7-CCA98558D633}"/>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9E71F8D7-98CD-7652-F2BB-15C2E60D6841}"/>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7FDF4E07-A205-68CC-AF41-A91A726A2310}"/>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E099F416-6F67-9AE5-9685-86EE4313CBE1}"/>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50"/>
            <a:stretch>
              <a:fillRect/>
            </a:stretch>
          </a:blipFill>
        </p:spPr>
        <p:txBody>
          <a:bodyPr/>
          <a:lstStyle/>
          <a:p>
            <a:endParaRPr lang="en-US"/>
          </a:p>
        </p:txBody>
      </p:sp>
      <p:sp>
        <p:nvSpPr>
          <p:cNvPr id="54" name="TextBox 54">
            <a:extLst>
              <a:ext uri="{FF2B5EF4-FFF2-40B4-BE49-F238E27FC236}">
                <a16:creationId xmlns:a16="http://schemas.microsoft.com/office/drawing/2014/main" id="{2B0853A6-CF30-6E36-7DD9-50B0121F3235}"/>
              </a:ext>
            </a:extLst>
          </p:cNvPr>
          <p:cNvSpPr txBox="1"/>
          <p:nvPr/>
        </p:nvSpPr>
        <p:spPr>
          <a:xfrm rot="20765841">
            <a:off x="569509" y="7859450"/>
            <a:ext cx="2073624" cy="2154436"/>
          </a:xfrm>
          <a:prstGeom prst="rect">
            <a:avLst/>
          </a:prstGeom>
        </p:spPr>
        <p:txBody>
          <a:bodyPr wrap="square" lIns="0" tIns="0" rIns="0" bIns="0" rtlCol="0" anchor="t">
            <a:spAutoFit/>
          </a:bodyPr>
          <a:lstStyle/>
          <a:p>
            <a:pPr algn="just"/>
            <a:r>
              <a:rPr lang="en-US" sz="1400" b="1" dirty="0">
                <a:solidFill>
                  <a:schemeClr val="tx2"/>
                </a:solidFill>
                <a:latin typeface="HP001 5 hàng" panose="020B0603050302020204" pitchFamily="34" charset="0"/>
              </a:rPr>
              <a:t>Trong học </a:t>
            </a:r>
            <a:r>
              <a:rPr lang="en-US" sz="1400" b="1" dirty="0" err="1">
                <a:solidFill>
                  <a:schemeClr val="tx2"/>
                </a:solidFill>
                <a:latin typeface="HP001 5 hàng" panose="020B0603050302020204" pitchFamily="34" charset="0"/>
              </a:rPr>
              <a:t>kì</a:t>
            </a:r>
            <a:r>
              <a:rPr lang="en-US" sz="1400" b="1" dirty="0">
                <a:solidFill>
                  <a:schemeClr val="tx2"/>
                </a:solidFill>
                <a:latin typeface="HP001 5 hàng" panose="020B0603050302020204" pitchFamily="34" charset="0"/>
              </a:rPr>
              <a:t> 1, </a:t>
            </a:r>
            <a:r>
              <a:rPr lang="en-US" sz="1400" b="1" dirty="0" err="1">
                <a:solidFill>
                  <a:schemeClr val="tx2"/>
                </a:solidFill>
                <a:latin typeface="HP001 5 hàng" panose="020B0603050302020204" pitchFamily="34" charset="0"/>
              </a:rPr>
              <a:t>em</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ngoan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ngoãn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lễ</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phép</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hòa</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đồng</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với</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bạn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bè</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và</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chấp</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hành</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tốt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nội</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quy</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lớp</a:t>
            </a:r>
            <a:r>
              <a:rPr lang="en-US" sz="1400" b="1" dirty="0">
                <a:solidFill>
                  <a:schemeClr val="tx2"/>
                </a:solidFill>
                <a:latin typeface="HP001 5 hàng" panose="020B0603050302020204" pitchFamily="34" charset="0"/>
              </a:rPr>
              <a:t> học. </a:t>
            </a:r>
          </a:p>
          <a:p>
            <a:pPr algn="just"/>
            <a:r>
              <a:rPr lang="en-US" sz="1400" b="1" dirty="0">
                <a:solidFill>
                  <a:schemeClr val="tx2"/>
                </a:solidFill>
                <a:latin typeface="HP001 5 hàng" panose="020B0603050302020204" pitchFamily="34" charset="0"/>
              </a:rPr>
              <a:t>Em </a:t>
            </a:r>
            <a:r>
              <a:rPr lang="en-US" sz="1400" b="1" dirty="0" err="1">
                <a:solidFill>
                  <a:schemeClr val="tx2"/>
                </a:solidFill>
                <a:latin typeface="HP001 5 hàng" panose="020B0603050302020204" pitchFamily="34" charset="0"/>
              </a:rPr>
              <a:t>tham</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gia</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đầy</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đủ</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các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hoạt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động</a:t>
            </a:r>
            <a:r>
              <a:rPr lang="en-US" sz="1400" b="1" dirty="0">
                <a:solidFill>
                  <a:schemeClr val="tx2"/>
                </a:solidFill>
                <a:latin typeface="HP001 5 hàng" panose="020B0603050302020204" pitchFamily="34" charset="0"/>
              </a:rPr>
              <a:t> học </a:t>
            </a:r>
            <a:r>
              <a:rPr lang="en-US" sz="1400" b="1" dirty="0" err="1">
                <a:solidFill>
                  <a:schemeClr val="tx2"/>
                </a:solidFill>
                <a:latin typeface="HP001 5 hàng" panose="020B0603050302020204" pitchFamily="34" charset="0"/>
              </a:rPr>
              <a:t>tập</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kết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quả</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các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môn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đạt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mức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hoàn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thành</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trong</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đó</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môn</a:t>
            </a:r>
            <a:r>
              <a:rPr lang="en-US" sz="1400" b="1" dirty="0">
                <a:solidFill>
                  <a:schemeClr val="tx2"/>
                </a:solidFill>
                <a:latin typeface="HP001 5 hàng" panose="020B0603050302020204" pitchFamily="34" charset="0"/>
              </a:rPr>
              <a:t> Khoa học </a:t>
            </a:r>
            <a:r>
              <a:rPr lang="en-US" sz="1400" b="1" dirty="0" err="1">
                <a:solidFill>
                  <a:schemeClr val="tx2"/>
                </a:solidFill>
                <a:latin typeface="HP001 5 hàng" panose="020B0603050302020204" pitchFamily="34" charset="0"/>
              </a:rPr>
              <a:t>đạt</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mức</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hoàn</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thành</a:t>
            </a:r>
            <a:r>
              <a:rPr lang="en-US" sz="1400" b="1" dirty="0">
                <a:solidFill>
                  <a:schemeClr val="tx2"/>
                </a:solidFill>
                <a:latin typeface="HP001 5 hàng" panose="020B0603050302020204" pitchFamily="34" charset="0"/>
              </a:rPr>
              <a:t> </a:t>
            </a:r>
            <a:r>
              <a:rPr lang="en-US" sz="1400" b="1" dirty="0" err="1">
                <a:solidFill>
                  <a:schemeClr val="tx2"/>
                </a:solidFill>
                <a:latin typeface="HP001 5 hàng" panose="020B0603050302020204" pitchFamily="34" charset="0"/>
              </a:rPr>
              <a:t>tốt</a:t>
            </a:r>
            <a:r>
              <a:rPr lang="en-US" sz="1400" b="1" dirty="0">
                <a:solidFill>
                  <a:schemeClr val="tx2"/>
                </a:solidFill>
                <a:latin typeface="HP001 5 hàng" panose="020B0603050302020204" pitchFamily="34" charset="0"/>
              </a:rPr>
              <a:t>.</a:t>
            </a:r>
          </a:p>
        </p:txBody>
      </p:sp>
      <p:sp>
        <p:nvSpPr>
          <p:cNvPr id="55" name="TextBox 55">
            <a:extLst>
              <a:ext uri="{FF2B5EF4-FFF2-40B4-BE49-F238E27FC236}">
                <a16:creationId xmlns:a16="http://schemas.microsoft.com/office/drawing/2014/main" id="{FE0B7422-B2F7-C76B-36A3-0E596EF7E7DC}"/>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C854E3E1-C4EF-EA00-58F3-AE2E5593560D}"/>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290AC23F-BADC-FA1F-9D9F-3A6428F22A70}"/>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Hà Thùy Dung</a:t>
            </a:r>
          </a:p>
        </p:txBody>
      </p:sp>
      <p:sp>
        <p:nvSpPr>
          <p:cNvPr id="58" name="TextBox 58">
            <a:extLst>
              <a:ext uri="{FF2B5EF4-FFF2-40B4-BE49-F238E27FC236}">
                <a16:creationId xmlns:a16="http://schemas.microsoft.com/office/drawing/2014/main" id="{3BC95F95-C9AF-E70B-3805-BD8E238CDFFC}"/>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76A824D4-7AF4-356C-8279-08D114D718A7}"/>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A3EEEA4F-9763-3C97-FE88-CDB4C93A0E63}"/>
              </a:ext>
            </a:extLst>
          </p:cNvPr>
          <p:cNvGraphicFramePr>
            <a:graphicFrameLocks noGrp="1"/>
          </p:cNvGraphicFramePr>
          <p:nvPr>
            <p:extLst>
              <p:ext uri="{D42A27DB-BD31-4B8C-83A1-F6EECF244321}">
                <p14:modId xmlns:p14="http://schemas.microsoft.com/office/powerpoint/2010/main" val="3295031672"/>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5</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77FAFEBD-74F6-D786-BD3E-78C4C8FFA807}"/>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1D58AF05-1882-4B80-54CA-91E7F56CA714}"/>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59744F28-995A-E342-6683-72FFCDC6D050}"/>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9813507B-9F0A-D87C-06EF-388480BB230F}"/>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43359E7E-0CC6-E011-FB70-2C49DBAB232D}"/>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3"/>
            <a:stretch>
              <a:fillRect l="-100000" t="-177900"/>
            </a:stretch>
          </a:blipFill>
        </p:spPr>
        <p:txBody>
          <a:bodyPr/>
          <a:lstStyle/>
          <a:p>
            <a:endParaRPr lang="en-US"/>
          </a:p>
        </p:txBody>
      </p:sp>
    </p:spTree>
    <p:extLst>
      <p:ext uri="{BB962C8B-B14F-4D97-AF65-F5344CB8AC3E}">
        <p14:creationId xmlns:p14="http://schemas.microsoft.com/office/powerpoint/2010/main" val="2385804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5DFCD-8090-62D9-6C4B-B46396266054}"/>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36D87869-BF73-6CB2-4C93-DEBECBBFD002}"/>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3"/>
            <a:stretch>
              <a:fillRect t="-619" r="-1791"/>
            </a:stretch>
          </a:blipFill>
        </p:spPr>
        <p:txBody>
          <a:bodyPr/>
          <a:lstStyle/>
          <a:p>
            <a:endParaRPr lang="en-US"/>
          </a:p>
        </p:txBody>
      </p:sp>
      <p:sp>
        <p:nvSpPr>
          <p:cNvPr id="6" name="Freeform 6">
            <a:extLst>
              <a:ext uri="{FF2B5EF4-FFF2-40B4-BE49-F238E27FC236}">
                <a16:creationId xmlns:a16="http://schemas.microsoft.com/office/drawing/2014/main" id="{8FC1446D-65CF-B8B1-0FA1-80638E1E32B0}"/>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4"/>
            <a:stretch>
              <a:fillRect/>
            </a:stretch>
          </a:blipFill>
        </p:spPr>
        <p:txBody>
          <a:bodyPr/>
          <a:lstStyle/>
          <a:p>
            <a:endParaRPr lang="en-US" dirty="0"/>
          </a:p>
        </p:txBody>
      </p:sp>
      <p:pic>
        <p:nvPicPr>
          <p:cNvPr id="10" name="Picture 9">
            <a:extLst>
              <a:ext uri="{FF2B5EF4-FFF2-40B4-BE49-F238E27FC236}">
                <a16:creationId xmlns:a16="http://schemas.microsoft.com/office/drawing/2014/main" id="{52AA4D71-B9FD-1622-3427-C2208E5BB537}"/>
              </a:ext>
            </a:extLst>
          </p:cNvPr>
          <p:cNvPicPr>
            <a:picLocks noChangeAspect="1"/>
          </p:cNvPicPr>
          <p:nvPr/>
        </p:nvPicPr>
        <p:blipFill>
          <a:blip r:embed="rId5" cstate="print">
            <a:extLst>
              <a:ext uri="{28A0092B-C50C-407E-A947-70E740481C1C}">
                <a14:useLocalDpi xmlns:a14="http://schemas.microsoft.com/office/drawing/2010/main" val="0"/>
              </a:ext>
            </a:extLst>
          </a:blip>
          <a:srcRect l="32748" t="31224" r="227" b="18355"/>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2F96B5F2-C75A-B9B6-D65C-63D22C5804F3}"/>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6">
              <a:extLst>
                <a:ext uri="{96DAC541-7B7A-43D3-8B79-37D633B846F1}">
                  <asvg:svgBlip xmlns:asvg="http://schemas.microsoft.com/office/drawing/2016/SVG/main" r:embed="rId7"/>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3B2CF429-C90C-1B81-50B3-8DEB1BF7EAEC}"/>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17579278-1794-EAF1-5C13-2640166F03C7}"/>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E16F05E8-FA39-92B4-16ED-91A28749A115}"/>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814406BE-A7C1-65CB-DA6B-4FBD6DD13FAA}"/>
              </a:ext>
            </a:extLst>
          </p:cNvPr>
          <p:cNvSpPr/>
          <p:nvPr/>
        </p:nvSpPr>
        <p:spPr>
          <a:xfrm>
            <a:off x="1990893" y="783745"/>
            <a:ext cx="3557800" cy="610505"/>
          </a:xfrm>
          <a:prstGeom prst="roundRect">
            <a:avLst/>
          </a:pr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2113FEBD-2303-90B4-003D-E1207857B97F}"/>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0FA0BF95-FE69-D0DB-3254-D7F4CB1DF0BB}"/>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8BB3C419-F709-533A-62A9-8BC7FA51A7D5}"/>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DFA8ECBD-141B-C14C-5FF9-A18E8AA0CA86}"/>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A138D25F-569B-5FD3-2B3C-5857C209AFD8}"/>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75BE539A-90AB-B51A-00FB-F07FE7A89F1F}"/>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58D5FEF1-FADB-76BA-C424-7456DCB02833}"/>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02B14DEE-9BFB-A79D-A202-8A3E0052A2E1}"/>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F364394D-DBE1-A0A2-70E8-C7D3E1C2530D}"/>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41A4D15E-722E-564C-4DA1-10C3B1002A5D}"/>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7906AE82-6816-AE28-ED1D-1386B50159CC}"/>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33324326-CD8D-FB7B-B5E9-4CF3E6175331}"/>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1CFA852B-AC64-C292-F5AE-C8B721C74BB4}"/>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380E7EAB-EFB2-544A-655A-B7C8F35916AC}"/>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068DDD6B-B239-FEBB-A6D1-4289F9A0C725}"/>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9DC5D4BA-F875-2549-EF9B-25B9DCEEDCBD}"/>
              </a:ext>
            </a:extLst>
          </p:cNvPr>
          <p:cNvSpPr/>
          <p:nvPr/>
        </p:nvSpPr>
        <p:spPr>
          <a:xfrm rot="-822037">
            <a:off x="271022" y="7319905"/>
            <a:ext cx="2517686" cy="2720740"/>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0B1F02DA-6859-B997-CBAF-EE66F6404F23}"/>
              </a:ext>
            </a:extLst>
          </p:cNvPr>
          <p:cNvSpPr/>
          <p:nvPr/>
        </p:nvSpPr>
        <p:spPr>
          <a:xfrm>
            <a:off x="2989883" y="8540225"/>
            <a:ext cx="4476021" cy="1829236"/>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2CCFAF10-5DD7-D9D9-6E43-C2D06D6E969E}"/>
              </a:ext>
            </a:extLst>
          </p:cNvPr>
          <p:cNvSpPr txBox="1"/>
          <p:nvPr/>
        </p:nvSpPr>
        <p:spPr>
          <a:xfrm>
            <a:off x="3353061" y="9024431"/>
            <a:ext cx="3732179" cy="1077218"/>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a:t>
            </a:r>
            <a:r>
              <a:rPr lang="en-US" sz="1400" b="1" dirty="0">
                <a:solidFill>
                  <a:srgbClr val="C00000"/>
                </a:solidFill>
                <a:latin typeface="HP001 5 hàng" panose="020B0603050302020204" pitchFamily="34" charset="0"/>
              </a:rPr>
              <a:t>2</a:t>
            </a:r>
            <a:r>
              <a:rPr lang="vi-VN" sz="1400" b="1" dirty="0">
                <a:solidFill>
                  <a:srgbClr val="C00000"/>
                </a:solidFill>
                <a:latin typeface="HP001 5 hàng" panose="020B0603050302020204" pitchFamily="34" charset="0"/>
              </a:rPr>
              <a:t>, cô mong em chăm chỉ và tập trung hơn trong học tập, chú ý nghe giảng và hoàn thành đầy đủ bài tập.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cố gắng và chủ động hơn, kết quả học tập của em sẽ ngày càng tiến bộ.</a:t>
            </a:r>
          </a:p>
        </p:txBody>
      </p:sp>
      <p:sp>
        <p:nvSpPr>
          <p:cNvPr id="39" name="TextBox 39">
            <a:extLst>
              <a:ext uri="{FF2B5EF4-FFF2-40B4-BE49-F238E27FC236}">
                <a16:creationId xmlns:a16="http://schemas.microsoft.com/office/drawing/2014/main" id="{028F5388-B399-BA7A-86EE-67FE12480971}"/>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C7A30FBC-9B93-A31F-90BF-30BD986BAB72}"/>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71958127-1A55-7D63-5729-7F141A9CC119}"/>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32E70381-BD2C-6C60-5CE0-739E9DCB04BA}"/>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E50AD666-32EA-34B5-E655-27233A3B5BFA}"/>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B99F5834-1E63-34DF-4342-45D16A2B680A}"/>
              </a:ext>
            </a:extLst>
          </p:cNvPr>
          <p:cNvSpPr/>
          <p:nvPr/>
        </p:nvSpPr>
        <p:spPr>
          <a:xfrm flipH="1">
            <a:off x="6814740" y="10066708"/>
            <a:ext cx="684367" cy="445341"/>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00B0F2DE-A86F-13DA-BC8E-279539FFD8EB}"/>
              </a:ext>
            </a:extLst>
          </p:cNvPr>
          <p:cNvSpPr/>
          <p:nvPr/>
        </p:nvSpPr>
        <p:spPr>
          <a:xfrm rot="1991133">
            <a:off x="2629383" y="9247870"/>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EE1A4F10-336D-6D11-223B-8E2F19E6BD20}"/>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7642E4C5-F9A7-C855-36DD-776EDC334151}"/>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55052199-46D6-58EB-16B4-0DD30BBBE6FD}"/>
              </a:ext>
            </a:extLst>
          </p:cNvPr>
          <p:cNvSpPr/>
          <p:nvPr/>
        </p:nvSpPr>
        <p:spPr>
          <a:xfrm rot="2153076">
            <a:off x="1531862" y="10035969"/>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A8DEBE12-5BD3-3816-B9CB-7B3A6B2C9086}"/>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8E42D81D-ACF6-6595-79ED-37E4F75AA952}"/>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50"/>
            <a:stretch>
              <a:fillRect/>
            </a:stretch>
          </a:blipFill>
        </p:spPr>
        <p:txBody>
          <a:bodyPr/>
          <a:lstStyle/>
          <a:p>
            <a:endParaRPr lang="en-US"/>
          </a:p>
        </p:txBody>
      </p:sp>
      <p:sp>
        <p:nvSpPr>
          <p:cNvPr id="54" name="TextBox 54">
            <a:extLst>
              <a:ext uri="{FF2B5EF4-FFF2-40B4-BE49-F238E27FC236}">
                <a16:creationId xmlns:a16="http://schemas.microsoft.com/office/drawing/2014/main" id="{B80D50C4-4233-9663-2EAE-27D90A1DBDCB}"/>
              </a:ext>
            </a:extLst>
          </p:cNvPr>
          <p:cNvSpPr txBox="1"/>
          <p:nvPr/>
        </p:nvSpPr>
        <p:spPr>
          <a:xfrm rot="20765841">
            <a:off x="542455" y="7891016"/>
            <a:ext cx="2073624" cy="1938992"/>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học kì </a:t>
            </a:r>
            <a:r>
              <a:rPr lang="en-US" sz="1400" b="1" dirty="0">
                <a:solidFill>
                  <a:schemeClr val="tx2"/>
                </a:solidFill>
                <a:latin typeface="HP001 5 hàng" panose="020B0603050302020204" pitchFamily="34" charset="0"/>
              </a:rPr>
              <a:t>1</a:t>
            </a:r>
            <a:r>
              <a:rPr lang="vi-VN" sz="1400" b="1" dirty="0">
                <a:solidFill>
                  <a:schemeClr val="tx2"/>
                </a:solidFill>
                <a:latin typeface="HP001 5 hàng" panose="020B0603050302020204" pitchFamily="34" charset="0"/>
              </a:rPr>
              <a:t>, em ngoan ngoãn, lễ phép với thầy cô và hòa đồng với bạn bè. Em tham gia đầy đủ các hoạt động học tập và sinh hoạt của lớp, chấp hành tốt nội quy trường lớp. </a:t>
            </a:r>
            <a:endParaRPr lang="en-US" sz="1400" b="1" dirty="0">
              <a:solidFill>
                <a:schemeClr val="tx2"/>
              </a:solidFill>
              <a:latin typeface="HP001 5 hàng" panose="020B0603050302020204" pitchFamily="34" charset="0"/>
            </a:endParaRPr>
          </a:p>
          <a:p>
            <a:pPr algn="just"/>
            <a:r>
              <a:rPr lang="vi-VN" sz="1400" b="1" dirty="0">
                <a:solidFill>
                  <a:schemeClr val="tx2"/>
                </a:solidFill>
                <a:latin typeface="HP001 5 hàng" panose="020B0603050302020204" pitchFamily="34" charset="0"/>
              </a:rPr>
              <a:t>Kết quả các môn học của em đạt mức hoàn thành.</a:t>
            </a:r>
            <a:endParaRPr lang="en-US" sz="1400" b="1" dirty="0">
              <a:solidFill>
                <a:schemeClr val="tx2"/>
              </a:solidFill>
              <a:latin typeface="HP001 5 hàng" panose="020B0603050302020204" pitchFamily="34" charset="0"/>
            </a:endParaRPr>
          </a:p>
        </p:txBody>
      </p:sp>
      <p:sp>
        <p:nvSpPr>
          <p:cNvPr id="55" name="TextBox 55">
            <a:extLst>
              <a:ext uri="{FF2B5EF4-FFF2-40B4-BE49-F238E27FC236}">
                <a16:creationId xmlns:a16="http://schemas.microsoft.com/office/drawing/2014/main" id="{18CAEE32-E579-C6CD-39AB-AD49BD6A41B8}"/>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1CD1E96F-8697-0394-5E6B-0FEB7DE11325}"/>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F0880F3D-081F-B7AB-B3F1-5F4ADA476095}"/>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Lê Minh Đức</a:t>
            </a:r>
          </a:p>
        </p:txBody>
      </p:sp>
      <p:sp>
        <p:nvSpPr>
          <p:cNvPr id="58" name="TextBox 58">
            <a:extLst>
              <a:ext uri="{FF2B5EF4-FFF2-40B4-BE49-F238E27FC236}">
                <a16:creationId xmlns:a16="http://schemas.microsoft.com/office/drawing/2014/main" id="{7EFA1783-55AE-9227-0BD5-4A3F35DFF63D}"/>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9045FB3D-0847-6514-9C18-7CA4163A286E}"/>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A0237B36-F40F-2098-1EF2-9C9C7C545619}"/>
              </a:ext>
            </a:extLst>
          </p:cNvPr>
          <p:cNvGraphicFramePr>
            <a:graphicFrameLocks noGrp="1"/>
          </p:cNvGraphicFramePr>
          <p:nvPr>
            <p:extLst>
              <p:ext uri="{D42A27DB-BD31-4B8C-83A1-F6EECF244321}">
                <p14:modId xmlns:p14="http://schemas.microsoft.com/office/powerpoint/2010/main" val="1578893664"/>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a:cs typeface="Cabin"/>
                          <a:sym typeface="Cabin"/>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6</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C43BEAC5-3CFD-2394-2C81-94921E1C87A5}"/>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6495401F-3D55-D44D-E49C-D47ABE9C0B66}"/>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68BA1A3A-FA10-0B9F-2A86-3C204AD5400A}"/>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E765DDDF-A22F-154C-681D-62A8A462E7FB}"/>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CFFB4377-5D05-2836-F96F-59820D78C227}"/>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3"/>
            <a:stretch>
              <a:fillRect l="-100000" t="-177900"/>
            </a:stretch>
          </a:blipFill>
        </p:spPr>
        <p:txBody>
          <a:bodyPr/>
          <a:lstStyle/>
          <a:p>
            <a:endParaRPr lang="en-US"/>
          </a:p>
        </p:txBody>
      </p:sp>
    </p:spTree>
    <p:extLst>
      <p:ext uri="{BB962C8B-B14F-4D97-AF65-F5344CB8AC3E}">
        <p14:creationId xmlns:p14="http://schemas.microsoft.com/office/powerpoint/2010/main" val="145969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9F03F-2E2D-381F-76E1-8908344590DB}"/>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DFFE82E-82CB-D4D1-70FA-38D2D2F61D74}"/>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3"/>
            <a:stretch>
              <a:fillRect t="-619" r="-1791"/>
            </a:stretch>
          </a:blipFill>
        </p:spPr>
        <p:txBody>
          <a:bodyPr/>
          <a:lstStyle/>
          <a:p>
            <a:endParaRPr lang="en-US"/>
          </a:p>
        </p:txBody>
      </p:sp>
      <p:sp>
        <p:nvSpPr>
          <p:cNvPr id="6" name="Freeform 6">
            <a:extLst>
              <a:ext uri="{FF2B5EF4-FFF2-40B4-BE49-F238E27FC236}">
                <a16:creationId xmlns:a16="http://schemas.microsoft.com/office/drawing/2014/main" id="{B8327C61-A7A7-FF51-007D-B51A649F62AF}"/>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4"/>
            <a:stretch>
              <a:fillRect/>
            </a:stretch>
          </a:blipFill>
        </p:spPr>
        <p:txBody>
          <a:bodyPr/>
          <a:lstStyle/>
          <a:p>
            <a:endParaRPr lang="en-US" dirty="0"/>
          </a:p>
        </p:txBody>
      </p:sp>
      <p:pic>
        <p:nvPicPr>
          <p:cNvPr id="10" name="Picture 9">
            <a:extLst>
              <a:ext uri="{FF2B5EF4-FFF2-40B4-BE49-F238E27FC236}">
                <a16:creationId xmlns:a16="http://schemas.microsoft.com/office/drawing/2014/main" id="{6E390071-A378-1FF7-5550-27FDA44CCC72}"/>
              </a:ext>
            </a:extLst>
          </p:cNvPr>
          <p:cNvPicPr>
            <a:picLocks noChangeAspect="1"/>
          </p:cNvPicPr>
          <p:nvPr/>
        </p:nvPicPr>
        <p:blipFill>
          <a:blip r:embed="rId5" cstate="print">
            <a:extLst>
              <a:ext uri="{28A0092B-C50C-407E-A947-70E740481C1C}">
                <a14:useLocalDpi xmlns:a14="http://schemas.microsoft.com/office/drawing/2010/main" val="0"/>
              </a:ext>
            </a:extLst>
          </a:blip>
          <a:srcRect l="23539" t="18536" r="2527" b="25846"/>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92906948-54C4-F1C4-EA65-D4A2ED48A874}"/>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6">
              <a:extLst>
                <a:ext uri="{96DAC541-7B7A-43D3-8B79-37D633B846F1}">
                  <asvg:svgBlip xmlns:asvg="http://schemas.microsoft.com/office/drawing/2016/SVG/main" r:embed="rId7"/>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6C957205-D7C8-67BF-FB95-BBF3AAEF7915}"/>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AD7F3808-16A3-20B4-9131-C107A79D4CAF}"/>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D49AD20E-DD58-55D2-F4A1-55F7CE1A3B7E}"/>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0806C226-96C4-CB0C-7683-A475BCE6DE72}"/>
              </a:ext>
            </a:extLst>
          </p:cNvPr>
          <p:cNvSpPr/>
          <p:nvPr/>
        </p:nvSpPr>
        <p:spPr>
          <a:xfrm>
            <a:off x="1990893" y="783745"/>
            <a:ext cx="3557800" cy="610505"/>
          </a:xfrm>
          <a:prstGeom prst="roundRect">
            <a:avLst/>
          </a:pr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88AD72BC-9593-136E-5585-E6432B09DEAB}"/>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235FB658-6D7C-627B-A88B-8A349AC6BA28}"/>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5AD0EF85-4068-2D3E-472F-5CFDCA807D18}"/>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06BDA173-D304-9AD5-D47C-09AD7A3D6853}"/>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50EC6F4E-C91B-FB9F-F674-9D7093EA5B2F}"/>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B0D93156-36C7-2699-59FD-5609A8F16BB1}"/>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24B945B5-32FD-F786-0D1C-A31DEFDD884A}"/>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E2AB399F-D712-3575-D380-F1EB453F65A0}"/>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20262579-E778-22A9-C32A-94AA2BC64017}"/>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1AA56171-3D95-EEC3-BE0F-93789BB64881}"/>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2C653A97-D1FA-90A1-0B27-8DD1DC30DF31}"/>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0B3E223B-5F8C-3C3E-FFC3-A529235F9B4C}"/>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AD27183B-AEDB-C77E-9346-4A221FBDA696}"/>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52E08080-EFBE-E445-7604-97218E6FA9FA}"/>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60059C1A-F54A-9D47-03BB-19CBDA2386E3}"/>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CB64CF8B-5773-0BD7-F6E1-42F80C8F6A95}"/>
              </a:ext>
            </a:extLst>
          </p:cNvPr>
          <p:cNvSpPr/>
          <p:nvPr/>
        </p:nvSpPr>
        <p:spPr>
          <a:xfrm rot="-822037">
            <a:off x="333606" y="7312386"/>
            <a:ext cx="2517686" cy="3249218"/>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4D828E1D-14AD-89FC-A613-2457439688A6}"/>
              </a:ext>
            </a:extLst>
          </p:cNvPr>
          <p:cNvSpPr/>
          <p:nvPr/>
        </p:nvSpPr>
        <p:spPr>
          <a:xfrm>
            <a:off x="2989883" y="8540225"/>
            <a:ext cx="4476021" cy="1829236"/>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6DA33BDE-5F3E-E393-1CBF-1A875854EA45}"/>
              </a:ext>
            </a:extLst>
          </p:cNvPr>
          <p:cNvSpPr txBox="1"/>
          <p:nvPr/>
        </p:nvSpPr>
        <p:spPr>
          <a:xfrm>
            <a:off x="3432614" y="9036194"/>
            <a:ext cx="3732179" cy="1077218"/>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2, cô mong em tiếp tục giữ vững tinh thần học tập, chăm chỉ, chú ý nghe giảng và hoàn thành tốt các nhiệm vụ được giao. Cô tin rằng nếu em duy trì sự cố gắng này, kết quả học tập của em sẽ luôn đạt mức cao.</a:t>
            </a:r>
          </a:p>
        </p:txBody>
      </p:sp>
      <p:sp>
        <p:nvSpPr>
          <p:cNvPr id="39" name="TextBox 39">
            <a:extLst>
              <a:ext uri="{FF2B5EF4-FFF2-40B4-BE49-F238E27FC236}">
                <a16:creationId xmlns:a16="http://schemas.microsoft.com/office/drawing/2014/main" id="{067A5494-6D98-4D5F-0279-941D248EEBD4}"/>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4D9ED2BE-C292-E4D0-9956-E872D4B1E1CA}"/>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6776E500-1AB2-CA57-CDD6-5EF2A24B394E}"/>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062A316B-EE1E-7938-6E8C-B527DF62AC2D}"/>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38C56EE0-535C-4338-CBDE-DA65242C54D4}"/>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FFE3C246-1D1E-43ED-04C3-C6687709D84E}"/>
              </a:ext>
            </a:extLst>
          </p:cNvPr>
          <p:cNvSpPr/>
          <p:nvPr/>
        </p:nvSpPr>
        <p:spPr>
          <a:xfrm flipH="1">
            <a:off x="6814740" y="10066708"/>
            <a:ext cx="684367" cy="445341"/>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DF8E314A-0FD2-7407-FAAC-F9A4EF9EF9D2}"/>
              </a:ext>
            </a:extLst>
          </p:cNvPr>
          <p:cNvSpPr/>
          <p:nvPr/>
        </p:nvSpPr>
        <p:spPr>
          <a:xfrm rot="1991133">
            <a:off x="2628154" y="846632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196AE82E-D83E-F0D0-F536-EAD0B140B6E1}"/>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FF1BDDF7-6DC7-0FF4-43D1-2CD7B904E351}"/>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99321FEE-24E3-1DE9-E170-9BE7D938F293}"/>
              </a:ext>
            </a:extLst>
          </p:cNvPr>
          <p:cNvSpPr/>
          <p:nvPr/>
        </p:nvSpPr>
        <p:spPr>
          <a:xfrm rot="2153076">
            <a:off x="1905738" y="10114307"/>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60D14E22-7F1C-745E-9706-84C6035DF099}"/>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43F393FA-B2AF-6BA2-C9F0-DB14D388CE7A}"/>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50"/>
            <a:stretch>
              <a:fillRect/>
            </a:stretch>
          </a:blipFill>
        </p:spPr>
        <p:txBody>
          <a:bodyPr/>
          <a:lstStyle/>
          <a:p>
            <a:endParaRPr lang="en-US"/>
          </a:p>
        </p:txBody>
      </p:sp>
      <p:sp>
        <p:nvSpPr>
          <p:cNvPr id="54" name="TextBox 54">
            <a:extLst>
              <a:ext uri="{FF2B5EF4-FFF2-40B4-BE49-F238E27FC236}">
                <a16:creationId xmlns:a16="http://schemas.microsoft.com/office/drawing/2014/main" id="{CC085210-07F9-D632-CA8B-6DA5DB8BBDBE}"/>
              </a:ext>
            </a:extLst>
          </p:cNvPr>
          <p:cNvSpPr txBox="1"/>
          <p:nvPr/>
        </p:nvSpPr>
        <p:spPr>
          <a:xfrm rot="20765841">
            <a:off x="593583" y="7790301"/>
            <a:ext cx="2073624" cy="2585323"/>
          </a:xfrm>
          <a:prstGeom prst="rect">
            <a:avLst/>
          </a:prstGeom>
        </p:spPr>
        <p:txBody>
          <a:bodyPr wrap="square" lIns="0" tIns="0" rIns="0" bIns="0" rtlCol="0" anchor="t">
            <a:spAutoFit/>
          </a:bodyPr>
          <a:lstStyle/>
          <a:p>
            <a:pPr algn="just"/>
            <a:r>
              <a:rPr lang="vi-VN" sz="1400" b="1" dirty="0">
                <a:solidFill>
                  <a:schemeClr val="tx2"/>
                </a:solidFill>
                <a:latin typeface="HP001 5 hàng" panose="020B0603050302020204" pitchFamily="34" charset="0"/>
              </a:rPr>
              <a:t>Trong học kì 1, em ngoan ngoãn, lễ phép với thầy cô và hòa đồng với bạn bè. Em tham gia đầy đủ các hoạt động học tập và sinh hoạt của lớp, chấp hành tốt nội quy trường lớp. </a:t>
            </a:r>
            <a:endParaRPr lang="en-US" sz="1400" b="1" dirty="0">
              <a:solidFill>
                <a:schemeClr val="tx2"/>
              </a:solidFill>
              <a:latin typeface="HP001 5 hàng" panose="020B0603050302020204" pitchFamily="34" charset="0"/>
            </a:endParaRPr>
          </a:p>
          <a:p>
            <a:pPr algn="just"/>
            <a:r>
              <a:rPr lang="vi-VN" sz="1400" b="1" dirty="0">
                <a:solidFill>
                  <a:schemeClr val="tx2"/>
                </a:solidFill>
                <a:latin typeface="HP001 5 hàng" panose="020B0603050302020204" pitchFamily="34" charset="0"/>
              </a:rPr>
              <a:t>Kết quả học tập các môn đều đạt mức hoàn thành tốt, nhiều môn đạt điểm cao, thể hiện tinh thần học tập nghiêm túc.</a:t>
            </a:r>
            <a:endParaRPr lang="en-US" sz="1400" b="1" dirty="0">
              <a:solidFill>
                <a:schemeClr val="tx2"/>
              </a:solidFill>
              <a:latin typeface="HP001 5 hàng" panose="020B0603050302020204" pitchFamily="34" charset="0"/>
            </a:endParaRPr>
          </a:p>
        </p:txBody>
      </p:sp>
      <p:sp>
        <p:nvSpPr>
          <p:cNvPr id="55" name="TextBox 55">
            <a:extLst>
              <a:ext uri="{FF2B5EF4-FFF2-40B4-BE49-F238E27FC236}">
                <a16:creationId xmlns:a16="http://schemas.microsoft.com/office/drawing/2014/main" id="{12CBC44C-688F-D9C6-3B30-23AA2A70A135}"/>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0252982A-A67D-778E-DB4F-CC558FCF12C5}"/>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89A4F8CB-1E1F-831C-8EFA-048FDA4055C9}"/>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err="1">
                <a:solidFill>
                  <a:srgbClr val="C00000"/>
                </a:solidFill>
                <a:latin typeface="HP001 5 hàng" panose="020B0603050302020204" pitchFamily="34" charset="0"/>
                <a:ea typeface="Cabin Bold"/>
                <a:cs typeface="Cabin Bold"/>
                <a:sym typeface="Cabin Bold"/>
              </a:rPr>
              <a:t>Trần</a:t>
            </a:r>
            <a:r>
              <a:rPr lang="en-US" sz="2000" b="1" dirty="0">
                <a:solidFill>
                  <a:srgbClr val="C00000"/>
                </a:solidFill>
                <a:latin typeface="HP001 5 hàng" panose="020B0603050302020204" pitchFamily="34" charset="0"/>
                <a:ea typeface="Cabin Bold"/>
                <a:cs typeface="Cabin Bold"/>
                <a:sym typeface="Cabin Bold"/>
              </a:rPr>
              <a:t> Hoàng Hà</a:t>
            </a:r>
          </a:p>
        </p:txBody>
      </p:sp>
      <p:sp>
        <p:nvSpPr>
          <p:cNvPr id="58" name="TextBox 58">
            <a:extLst>
              <a:ext uri="{FF2B5EF4-FFF2-40B4-BE49-F238E27FC236}">
                <a16:creationId xmlns:a16="http://schemas.microsoft.com/office/drawing/2014/main" id="{7C7930C1-4A6E-194B-87C5-9702C326AEE2}"/>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84D6E89D-9C43-59AE-75A6-EE37DBB93591}"/>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400D9CA8-4621-5A3B-A9A1-7ABFBD31CBCA}"/>
              </a:ext>
            </a:extLst>
          </p:cNvPr>
          <p:cNvGraphicFramePr>
            <a:graphicFrameLocks noGrp="1"/>
          </p:cNvGraphicFramePr>
          <p:nvPr>
            <p:extLst>
              <p:ext uri="{D42A27DB-BD31-4B8C-83A1-F6EECF244321}">
                <p14:modId xmlns:p14="http://schemas.microsoft.com/office/powerpoint/2010/main" val="697811388"/>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9</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9</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9</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9</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9</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9</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9</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5F1B4EE6-04C1-5892-8A93-FB71A37D46F2}"/>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3B7BF1D0-AC12-3B9B-22E6-4D48CFA819FE}"/>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6AD7C5EB-5FFC-687D-7399-D39D11D19A9E}"/>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2DE9EC35-56B5-D646-50BA-ED3E0319F64C}"/>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6EFD9763-2908-5ACD-F2B8-A8CDBD3901EE}"/>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3"/>
            <a:stretch>
              <a:fillRect l="-100000" t="-177900"/>
            </a:stretch>
          </a:blipFill>
        </p:spPr>
        <p:txBody>
          <a:bodyPr/>
          <a:lstStyle/>
          <a:p>
            <a:endParaRPr lang="en-US"/>
          </a:p>
        </p:txBody>
      </p:sp>
    </p:spTree>
    <p:extLst>
      <p:ext uri="{BB962C8B-B14F-4D97-AF65-F5344CB8AC3E}">
        <p14:creationId xmlns:p14="http://schemas.microsoft.com/office/powerpoint/2010/main" val="331232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01E6-38C1-3230-C1AD-A1AEC5539BF3}"/>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2C8DBAD0-F450-3CF2-60F2-87D29AFF734E}"/>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3"/>
            <a:stretch>
              <a:fillRect t="-619" r="-1791"/>
            </a:stretch>
          </a:blipFill>
        </p:spPr>
        <p:txBody>
          <a:bodyPr/>
          <a:lstStyle/>
          <a:p>
            <a:endParaRPr lang="en-US"/>
          </a:p>
        </p:txBody>
      </p:sp>
      <p:sp>
        <p:nvSpPr>
          <p:cNvPr id="6" name="Freeform 6">
            <a:extLst>
              <a:ext uri="{FF2B5EF4-FFF2-40B4-BE49-F238E27FC236}">
                <a16:creationId xmlns:a16="http://schemas.microsoft.com/office/drawing/2014/main" id="{AAF4A532-9B19-F1F8-DB90-F8301536711A}"/>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4"/>
            <a:stretch>
              <a:fillRect/>
            </a:stretch>
          </a:blipFill>
        </p:spPr>
        <p:txBody>
          <a:bodyPr/>
          <a:lstStyle/>
          <a:p>
            <a:endParaRPr lang="en-US" dirty="0"/>
          </a:p>
        </p:txBody>
      </p:sp>
      <p:pic>
        <p:nvPicPr>
          <p:cNvPr id="10" name="Picture 9">
            <a:extLst>
              <a:ext uri="{FF2B5EF4-FFF2-40B4-BE49-F238E27FC236}">
                <a16:creationId xmlns:a16="http://schemas.microsoft.com/office/drawing/2014/main" id="{3146D680-81AB-A933-C6D1-8C2D93A0DD2F}"/>
              </a:ext>
            </a:extLst>
          </p:cNvPr>
          <p:cNvPicPr>
            <a:picLocks noChangeAspect="1"/>
          </p:cNvPicPr>
          <p:nvPr/>
        </p:nvPicPr>
        <p:blipFill>
          <a:blip r:embed="rId5" cstate="print">
            <a:extLst>
              <a:ext uri="{28A0092B-C50C-407E-A947-70E740481C1C}">
                <a14:useLocalDpi xmlns:a14="http://schemas.microsoft.com/office/drawing/2010/main" val="0"/>
              </a:ext>
            </a:extLst>
          </a:blip>
          <a:srcRect l="26185" t="16837" r="747" b="28196"/>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4DCFDB30-BDE7-4A86-296E-334DE0F269E3}"/>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6">
              <a:extLst>
                <a:ext uri="{96DAC541-7B7A-43D3-8B79-37D633B846F1}">
                  <asvg:svgBlip xmlns:asvg="http://schemas.microsoft.com/office/drawing/2016/SVG/main" r:embed="rId7"/>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17DD4D65-A71C-6381-C858-6B20888D5C58}"/>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BD734C46-AB98-CBDD-C4CD-D2C2BAE656AA}"/>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CAC1496D-6A22-75CE-BA4F-3A6AC8C0E476}"/>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E0A2CF47-5EC0-4ED9-1A79-C24DB7A00E91}"/>
              </a:ext>
            </a:extLst>
          </p:cNvPr>
          <p:cNvSpPr/>
          <p:nvPr/>
        </p:nvSpPr>
        <p:spPr>
          <a:xfrm>
            <a:off x="1990893" y="783745"/>
            <a:ext cx="3557800" cy="610505"/>
          </a:xfrm>
          <a:prstGeom prst="roundRect">
            <a:avLst/>
          </a:pr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ECF66D5E-A5A1-D953-0340-E2ACC9BB46F0}"/>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686DF149-873F-79DB-4296-E4E2771649CB}"/>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A511BE28-5045-404C-C2CC-89C2C440C27D}"/>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940679B2-7337-3026-CB10-B0D80E47F0A2}"/>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3DE59767-E5FA-D1CF-7CDB-EDA4FE415F48}"/>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595DAE6D-CCCC-DC39-DC56-972464317B0F}"/>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68950EFD-6070-6851-E2BE-B2AE43653AF9}"/>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99C623CE-F206-611D-3EE6-215D6DBB8E2C}"/>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FF2B870D-4160-22D6-E013-2F6640517888}"/>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4CAFC489-2362-3D9F-567E-02BC885E3F33}"/>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31B6FFCE-2966-181E-0C70-42E5D6ADFC2E}"/>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5349635E-6039-DCB6-89B7-2B1843B65769}"/>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3752CDB0-1765-9BA1-7EAA-5B004E2A68D0}"/>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6C3AAE86-7CA9-2EF7-8AFF-94A7483ABD2A}"/>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BEB3332C-4064-005C-E45F-6EBC066BD0D9}"/>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A4E7BDD7-B119-FA75-C280-1641BB473449}"/>
              </a:ext>
            </a:extLst>
          </p:cNvPr>
          <p:cNvSpPr/>
          <p:nvPr/>
        </p:nvSpPr>
        <p:spPr>
          <a:xfrm rot="-822037">
            <a:off x="333606" y="7312386"/>
            <a:ext cx="2517686" cy="3249218"/>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9FDA6C45-C34E-7AEC-06AF-6B110B523033}"/>
              </a:ext>
            </a:extLst>
          </p:cNvPr>
          <p:cNvSpPr/>
          <p:nvPr/>
        </p:nvSpPr>
        <p:spPr>
          <a:xfrm>
            <a:off x="2989883" y="8540225"/>
            <a:ext cx="4476021" cy="1829236"/>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9A5B8ACC-EBDA-C67E-9FF3-C0C66522E69C}"/>
              </a:ext>
            </a:extLst>
          </p:cNvPr>
          <p:cNvSpPr txBox="1"/>
          <p:nvPr/>
        </p:nvSpPr>
        <p:spPr>
          <a:xfrm>
            <a:off x="3432614" y="9036194"/>
            <a:ext cx="3732179" cy="1077218"/>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2, cô mong em tiếp tục giữ vững tinh thần học tập, chăm chỉ hơn trong giờ học và hoàn thành tốt các nhiệm vụ được giao.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cố gắng hơn, kết quả học tập của em sẽ ngày càng tiến bộ.</a:t>
            </a:r>
          </a:p>
        </p:txBody>
      </p:sp>
      <p:sp>
        <p:nvSpPr>
          <p:cNvPr id="39" name="TextBox 39">
            <a:extLst>
              <a:ext uri="{FF2B5EF4-FFF2-40B4-BE49-F238E27FC236}">
                <a16:creationId xmlns:a16="http://schemas.microsoft.com/office/drawing/2014/main" id="{B67DC102-8523-5D0F-C2FC-BF5C5D48E3D6}"/>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C957BD43-1A2B-F0CE-5AEC-9963E62F009F}"/>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92FD51D5-BB52-515F-468B-72AAA36F88A5}"/>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FA3946CD-213C-31DC-B8A1-A320C6B86A62}"/>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A4920523-F57F-FBB0-2781-070AA9E23987}"/>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1D2993BC-9368-8998-7B93-C4E008B78EA4}"/>
              </a:ext>
            </a:extLst>
          </p:cNvPr>
          <p:cNvSpPr/>
          <p:nvPr/>
        </p:nvSpPr>
        <p:spPr>
          <a:xfrm flipH="1">
            <a:off x="6814740" y="10066708"/>
            <a:ext cx="684367" cy="445341"/>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9392C918-86CC-C386-06FA-8E0CB3645D43}"/>
              </a:ext>
            </a:extLst>
          </p:cNvPr>
          <p:cNvSpPr/>
          <p:nvPr/>
        </p:nvSpPr>
        <p:spPr>
          <a:xfrm rot="1991133">
            <a:off x="2628154" y="846632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F734898C-6C0D-0477-FA15-9E8CA3374EA5}"/>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C439DF8D-66B0-7FC4-EFA6-699A00F50DF7}"/>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07119398-0A47-6FE6-8024-F976AD7488E4}"/>
              </a:ext>
            </a:extLst>
          </p:cNvPr>
          <p:cNvSpPr/>
          <p:nvPr/>
        </p:nvSpPr>
        <p:spPr>
          <a:xfrm rot="2153076">
            <a:off x="1905738" y="10114307"/>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48538406-693C-3336-25C0-CA88C45FD3B5}"/>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C12517A5-D73A-814C-2226-86711C45BEA7}"/>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50"/>
            <a:stretch>
              <a:fillRect/>
            </a:stretch>
          </a:blipFill>
        </p:spPr>
        <p:txBody>
          <a:bodyPr/>
          <a:lstStyle/>
          <a:p>
            <a:endParaRPr lang="en-US"/>
          </a:p>
        </p:txBody>
      </p:sp>
      <p:sp>
        <p:nvSpPr>
          <p:cNvPr id="54" name="TextBox 54">
            <a:extLst>
              <a:ext uri="{FF2B5EF4-FFF2-40B4-BE49-F238E27FC236}">
                <a16:creationId xmlns:a16="http://schemas.microsoft.com/office/drawing/2014/main" id="{E0C66A6B-0FA3-5331-C037-1FEE74FE0E80}"/>
              </a:ext>
            </a:extLst>
          </p:cNvPr>
          <p:cNvSpPr txBox="1"/>
          <p:nvPr/>
        </p:nvSpPr>
        <p:spPr>
          <a:xfrm rot="20765841">
            <a:off x="621689" y="7820101"/>
            <a:ext cx="2073624" cy="2585323"/>
          </a:xfrm>
          <a:prstGeom prst="rect">
            <a:avLst/>
          </a:prstGeom>
        </p:spPr>
        <p:txBody>
          <a:bodyPr wrap="square" lIns="0" tIns="0" rIns="0" bIns="0" rtlCol="0" anchor="t">
            <a:spAutoFit/>
          </a:bodyPr>
          <a:lstStyle/>
          <a:p>
            <a:pPr algn="just"/>
            <a:r>
              <a:rPr lang="vi-VN" sz="1400" b="1" dirty="0">
                <a:solidFill>
                  <a:schemeClr val="tx2"/>
                </a:solidFill>
                <a:latin typeface="HP001 4 hàng" panose="020B0603050302020204" pitchFamily="34" charset="0"/>
              </a:rPr>
              <a:t>Trong học kì 1, em ngoan ngoãn, lễ phép với thầy cô và hòa đồng với bạn bè. Em tham gia đầy đủ các hoạt động học tập và sinh hoạt của lớp, chấp hành tốt nội quy trường lớp. </a:t>
            </a:r>
            <a:endParaRPr lang="en-US" sz="1400" b="1" dirty="0">
              <a:solidFill>
                <a:schemeClr val="tx2"/>
              </a:solidFill>
              <a:latin typeface="HP001 4 hàng" panose="020B0603050302020204" pitchFamily="34" charset="0"/>
            </a:endParaRPr>
          </a:p>
          <a:p>
            <a:pPr algn="just"/>
            <a:r>
              <a:rPr lang="vi-VN" sz="1400" b="1" dirty="0">
                <a:solidFill>
                  <a:schemeClr val="tx2"/>
                </a:solidFill>
                <a:latin typeface="HP001 4 hàng" panose="020B0603050302020204" pitchFamily="34" charset="0"/>
              </a:rPr>
              <a:t>Kết quả học tập các môn đạt mức hoàn thành; trong đó môn Toán và Công nghệ đạt mức hoàn thành tốt.</a:t>
            </a:r>
            <a:endParaRPr lang="en-US" sz="1400" b="1" dirty="0">
              <a:solidFill>
                <a:schemeClr val="tx2"/>
              </a:solidFill>
              <a:latin typeface="HP001 4 hàng" panose="020B0603050302020204" pitchFamily="34" charset="0"/>
            </a:endParaRPr>
          </a:p>
        </p:txBody>
      </p:sp>
      <p:sp>
        <p:nvSpPr>
          <p:cNvPr id="55" name="TextBox 55">
            <a:extLst>
              <a:ext uri="{FF2B5EF4-FFF2-40B4-BE49-F238E27FC236}">
                <a16:creationId xmlns:a16="http://schemas.microsoft.com/office/drawing/2014/main" id="{C615D9F2-2586-F736-3375-3891D526BA2C}"/>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B0FE010C-6276-0175-DB0D-4025E1D716BE}"/>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021DC21F-DDFB-9A39-0228-D1041F6F653C}"/>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a:solidFill>
                  <a:srgbClr val="C00000"/>
                </a:solidFill>
                <a:latin typeface="HP001 5 hàng" panose="020B0603050302020204" pitchFamily="34" charset="0"/>
                <a:ea typeface="Cabin Bold"/>
                <a:cs typeface="Cabin Bold"/>
                <a:sym typeface="Cabin Bold"/>
              </a:rPr>
              <a:t>Bùi Kim Huệ</a:t>
            </a:r>
          </a:p>
        </p:txBody>
      </p:sp>
      <p:sp>
        <p:nvSpPr>
          <p:cNvPr id="58" name="TextBox 58">
            <a:extLst>
              <a:ext uri="{FF2B5EF4-FFF2-40B4-BE49-F238E27FC236}">
                <a16:creationId xmlns:a16="http://schemas.microsoft.com/office/drawing/2014/main" id="{C86CDC50-1046-78DF-E118-273C3B53EE37}"/>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8CC87A3A-5DD8-70A4-6256-4390E20D6792}"/>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810A4EBB-1B57-5358-3D4F-0DF0B8E0CCA0}"/>
              </a:ext>
            </a:extLst>
          </p:cNvPr>
          <p:cNvGraphicFramePr>
            <a:graphicFrameLocks noGrp="1"/>
          </p:cNvGraphicFramePr>
          <p:nvPr>
            <p:extLst>
              <p:ext uri="{D42A27DB-BD31-4B8C-83A1-F6EECF244321}">
                <p14:modId xmlns:p14="http://schemas.microsoft.com/office/powerpoint/2010/main" val="3490663560"/>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7</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8</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7</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6</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6</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6</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7</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D1350C7B-15BA-ECD1-0FB4-F2BEB343AD43}"/>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FBDAFC63-E22F-81FB-36F9-EB376C161718}"/>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5F7BD317-7E35-6988-ADE9-89A568422494}"/>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460C60BA-BD98-69CC-B39E-5C28826E9F70}"/>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4DC2BF5E-103B-DB90-976F-36B8BD79B689}"/>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3"/>
            <a:stretch>
              <a:fillRect l="-100000" t="-177900"/>
            </a:stretch>
          </a:blipFill>
        </p:spPr>
        <p:txBody>
          <a:bodyPr/>
          <a:lstStyle/>
          <a:p>
            <a:endParaRPr lang="en-US"/>
          </a:p>
        </p:txBody>
      </p:sp>
    </p:spTree>
    <p:extLst>
      <p:ext uri="{BB962C8B-B14F-4D97-AF65-F5344CB8AC3E}">
        <p14:creationId xmlns:p14="http://schemas.microsoft.com/office/powerpoint/2010/main" val="3384626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ED7C6-FC08-157B-9DC8-FED31B854228}"/>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ABF8A1D9-0297-D6E6-D8A8-BCD191A84DBC}"/>
              </a:ext>
            </a:extLst>
          </p:cNvPr>
          <p:cNvSpPr/>
          <p:nvPr/>
        </p:nvSpPr>
        <p:spPr>
          <a:xfrm rot="-1718467">
            <a:off x="10534" y="140588"/>
            <a:ext cx="674174" cy="2728090"/>
          </a:xfrm>
          <a:custGeom>
            <a:avLst/>
            <a:gdLst/>
            <a:ahLst/>
            <a:cxnLst/>
            <a:rect l="l" t="t" r="r" b="b"/>
            <a:pathLst>
              <a:path w="674174" h="2728090">
                <a:moveTo>
                  <a:pt x="0" y="0"/>
                </a:moveTo>
                <a:lnTo>
                  <a:pt x="674174" y="0"/>
                </a:lnTo>
                <a:lnTo>
                  <a:pt x="674174" y="2728090"/>
                </a:lnTo>
                <a:lnTo>
                  <a:pt x="0" y="2728090"/>
                </a:lnTo>
                <a:lnTo>
                  <a:pt x="0" y="0"/>
                </a:lnTo>
                <a:close/>
              </a:path>
            </a:pathLst>
          </a:custGeom>
          <a:blipFill>
            <a:blip r:embed="rId3"/>
            <a:stretch>
              <a:fillRect t="-619" r="-1791"/>
            </a:stretch>
          </a:blipFill>
        </p:spPr>
        <p:txBody>
          <a:bodyPr/>
          <a:lstStyle/>
          <a:p>
            <a:endParaRPr lang="en-US"/>
          </a:p>
        </p:txBody>
      </p:sp>
      <p:sp>
        <p:nvSpPr>
          <p:cNvPr id="6" name="Freeform 6">
            <a:extLst>
              <a:ext uri="{FF2B5EF4-FFF2-40B4-BE49-F238E27FC236}">
                <a16:creationId xmlns:a16="http://schemas.microsoft.com/office/drawing/2014/main" id="{4564E75F-7282-0C86-4C27-896B2760A717}"/>
              </a:ext>
            </a:extLst>
          </p:cNvPr>
          <p:cNvSpPr/>
          <p:nvPr/>
        </p:nvSpPr>
        <p:spPr>
          <a:xfrm rot="-611854">
            <a:off x="225281" y="2377645"/>
            <a:ext cx="2628034" cy="4066590"/>
          </a:xfrm>
          <a:custGeom>
            <a:avLst/>
            <a:gdLst/>
            <a:ahLst/>
            <a:cxnLst/>
            <a:rect l="l" t="t" r="r" b="b"/>
            <a:pathLst>
              <a:path w="2628034" h="4066590">
                <a:moveTo>
                  <a:pt x="0" y="0"/>
                </a:moveTo>
                <a:lnTo>
                  <a:pt x="2628034" y="0"/>
                </a:lnTo>
                <a:lnTo>
                  <a:pt x="2628034" y="4066590"/>
                </a:lnTo>
                <a:lnTo>
                  <a:pt x="0" y="4066590"/>
                </a:lnTo>
                <a:lnTo>
                  <a:pt x="0" y="0"/>
                </a:lnTo>
                <a:close/>
              </a:path>
            </a:pathLst>
          </a:custGeom>
          <a:blipFill>
            <a:blip r:embed="rId4"/>
            <a:stretch>
              <a:fillRect/>
            </a:stretch>
          </a:blipFill>
        </p:spPr>
        <p:txBody>
          <a:bodyPr/>
          <a:lstStyle/>
          <a:p>
            <a:endParaRPr lang="en-US" dirty="0"/>
          </a:p>
        </p:txBody>
      </p:sp>
      <p:pic>
        <p:nvPicPr>
          <p:cNvPr id="10" name="Picture 9">
            <a:extLst>
              <a:ext uri="{FF2B5EF4-FFF2-40B4-BE49-F238E27FC236}">
                <a16:creationId xmlns:a16="http://schemas.microsoft.com/office/drawing/2014/main" id="{CFC5B3DC-A671-DF24-3CF3-1D247220E065}"/>
              </a:ext>
            </a:extLst>
          </p:cNvPr>
          <p:cNvPicPr>
            <a:picLocks noChangeAspect="1"/>
          </p:cNvPicPr>
          <p:nvPr/>
        </p:nvPicPr>
        <p:blipFill>
          <a:blip r:embed="rId5" cstate="print">
            <a:extLst>
              <a:ext uri="{28A0092B-C50C-407E-A947-70E740481C1C}">
                <a14:useLocalDpi xmlns:a14="http://schemas.microsoft.com/office/drawing/2010/main" val="0"/>
              </a:ext>
            </a:extLst>
          </a:blip>
          <a:srcRect l="23801" t="21542" r="1940" b="22596"/>
          <a:stretch>
            <a:fillRect/>
          </a:stretch>
        </p:blipFill>
        <p:spPr>
          <a:xfrm rot="20920900">
            <a:off x="693886" y="3655565"/>
            <a:ext cx="1804317" cy="1809731"/>
          </a:xfrm>
          <a:prstGeom prst="roundRect">
            <a:avLst>
              <a:gd name="adj" fmla="val 10729"/>
            </a:avLst>
          </a:prstGeom>
        </p:spPr>
      </p:pic>
      <p:sp>
        <p:nvSpPr>
          <p:cNvPr id="8" name="Freeform 8">
            <a:extLst>
              <a:ext uri="{FF2B5EF4-FFF2-40B4-BE49-F238E27FC236}">
                <a16:creationId xmlns:a16="http://schemas.microsoft.com/office/drawing/2014/main" id="{1F5A9468-0B68-E687-40B7-826C21585567}"/>
              </a:ext>
            </a:extLst>
          </p:cNvPr>
          <p:cNvSpPr/>
          <p:nvPr/>
        </p:nvSpPr>
        <p:spPr>
          <a:xfrm rot="20964295">
            <a:off x="1044826" y="5944053"/>
            <a:ext cx="1545209" cy="223363"/>
          </a:xfrm>
          <a:custGeom>
            <a:avLst/>
            <a:gdLst/>
            <a:ahLst/>
            <a:cxnLst/>
            <a:rect l="l" t="t" r="r" b="b"/>
            <a:pathLst>
              <a:path w="1545209" h="223363">
                <a:moveTo>
                  <a:pt x="0" y="0"/>
                </a:moveTo>
                <a:lnTo>
                  <a:pt x="1545210" y="0"/>
                </a:lnTo>
                <a:lnTo>
                  <a:pt x="1545210" y="223363"/>
                </a:lnTo>
                <a:lnTo>
                  <a:pt x="0" y="223363"/>
                </a:lnTo>
                <a:lnTo>
                  <a:pt x="0" y="0"/>
                </a:lnTo>
                <a:close/>
              </a:path>
            </a:pathLst>
          </a:custGeom>
          <a:blipFill>
            <a:blip r:embed="rId6">
              <a:extLst>
                <a:ext uri="{96DAC541-7B7A-43D3-8B79-37D633B846F1}">
                  <asvg:svgBlip xmlns:asvg="http://schemas.microsoft.com/office/drawing/2016/SVG/main" r:embed="rId7"/>
                </a:ext>
              </a:extLst>
            </a:blip>
            <a:stretch>
              <a:fillRect t="-69489"/>
            </a:stretch>
          </a:blipFill>
        </p:spPr>
        <p:txBody>
          <a:bodyPr/>
          <a:lstStyle/>
          <a:p>
            <a:endParaRPr lang="en-US" dirty="0">
              <a:solidFill>
                <a:srgbClr val="FF0000"/>
              </a:solidFill>
            </a:endParaRPr>
          </a:p>
        </p:txBody>
      </p:sp>
      <p:sp>
        <p:nvSpPr>
          <p:cNvPr id="9" name="Freeform 9">
            <a:extLst>
              <a:ext uri="{FF2B5EF4-FFF2-40B4-BE49-F238E27FC236}">
                <a16:creationId xmlns:a16="http://schemas.microsoft.com/office/drawing/2014/main" id="{07C13D71-90B1-6DF0-BC9E-CC3D0BB18C58}"/>
              </a:ext>
            </a:extLst>
          </p:cNvPr>
          <p:cNvSpPr/>
          <p:nvPr/>
        </p:nvSpPr>
        <p:spPr>
          <a:xfrm rot="19701567">
            <a:off x="1745622" y="5626727"/>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3" name="Freeform 13">
            <a:extLst>
              <a:ext uri="{FF2B5EF4-FFF2-40B4-BE49-F238E27FC236}">
                <a16:creationId xmlns:a16="http://schemas.microsoft.com/office/drawing/2014/main" id="{9ACB7639-9DF3-1402-9279-C4D7398A4A36}"/>
              </a:ext>
            </a:extLst>
          </p:cNvPr>
          <p:cNvSpPr/>
          <p:nvPr/>
        </p:nvSpPr>
        <p:spPr>
          <a:xfrm>
            <a:off x="79365" y="5977409"/>
            <a:ext cx="979298" cy="949919"/>
          </a:xfrm>
          <a:custGeom>
            <a:avLst/>
            <a:gdLst/>
            <a:ahLst/>
            <a:cxnLst/>
            <a:rect l="l" t="t" r="r" b="b"/>
            <a:pathLst>
              <a:path w="979298" h="949919">
                <a:moveTo>
                  <a:pt x="0" y="0"/>
                </a:moveTo>
                <a:lnTo>
                  <a:pt x="979297" y="0"/>
                </a:lnTo>
                <a:lnTo>
                  <a:pt x="979297" y="949919"/>
                </a:lnTo>
                <a:lnTo>
                  <a:pt x="0" y="9499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62BDBE57-DA51-4ECD-8A19-B86EDA64DF90}"/>
              </a:ext>
            </a:extLst>
          </p:cNvPr>
          <p:cNvSpPr/>
          <p:nvPr/>
        </p:nvSpPr>
        <p:spPr>
          <a:xfrm rot="-489491">
            <a:off x="6532890" y="1171873"/>
            <a:ext cx="603985" cy="726962"/>
          </a:xfrm>
          <a:custGeom>
            <a:avLst/>
            <a:gdLst/>
            <a:ahLst/>
            <a:cxnLst/>
            <a:rect l="l" t="t" r="r" b="b"/>
            <a:pathLst>
              <a:path w="603985" h="726962">
                <a:moveTo>
                  <a:pt x="0" y="0"/>
                </a:moveTo>
                <a:lnTo>
                  <a:pt x="603985" y="0"/>
                </a:lnTo>
                <a:lnTo>
                  <a:pt x="603985" y="726962"/>
                </a:lnTo>
                <a:lnTo>
                  <a:pt x="0" y="7269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967BBACC-C8EE-610C-3AE7-A3AF0BD911FF}"/>
              </a:ext>
            </a:extLst>
          </p:cNvPr>
          <p:cNvSpPr/>
          <p:nvPr/>
        </p:nvSpPr>
        <p:spPr>
          <a:xfrm>
            <a:off x="1990893" y="783745"/>
            <a:ext cx="3557800" cy="610505"/>
          </a:xfrm>
          <a:prstGeom prst="roundRect">
            <a:avLst/>
          </a:pr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BAC47275-04DB-3FED-12C0-BE42F7FAF1B4}"/>
              </a:ext>
            </a:extLst>
          </p:cNvPr>
          <p:cNvSpPr/>
          <p:nvPr/>
        </p:nvSpPr>
        <p:spPr>
          <a:xfrm>
            <a:off x="6041648" y="1180529"/>
            <a:ext cx="478718" cy="709650"/>
          </a:xfrm>
          <a:custGeom>
            <a:avLst/>
            <a:gdLst/>
            <a:ahLst/>
            <a:cxnLst/>
            <a:rect l="l" t="t" r="r" b="b"/>
            <a:pathLst>
              <a:path w="478718" h="709650">
                <a:moveTo>
                  <a:pt x="0" y="0"/>
                </a:moveTo>
                <a:lnTo>
                  <a:pt x="478718" y="0"/>
                </a:lnTo>
                <a:lnTo>
                  <a:pt x="478718" y="709650"/>
                </a:lnTo>
                <a:lnTo>
                  <a:pt x="0" y="709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7" name="Group 17">
            <a:extLst>
              <a:ext uri="{FF2B5EF4-FFF2-40B4-BE49-F238E27FC236}">
                <a16:creationId xmlns:a16="http://schemas.microsoft.com/office/drawing/2014/main" id="{0FA69543-4C79-668F-BEA1-DF0E4895E940}"/>
              </a:ext>
            </a:extLst>
          </p:cNvPr>
          <p:cNvGrpSpPr/>
          <p:nvPr/>
        </p:nvGrpSpPr>
        <p:grpSpPr>
          <a:xfrm>
            <a:off x="6641391" y="2371276"/>
            <a:ext cx="788925" cy="1028823"/>
            <a:chOff x="0" y="0"/>
            <a:chExt cx="452088" cy="589560"/>
          </a:xfrm>
        </p:grpSpPr>
        <p:sp>
          <p:nvSpPr>
            <p:cNvPr id="18" name="Freeform 18">
              <a:extLst>
                <a:ext uri="{FF2B5EF4-FFF2-40B4-BE49-F238E27FC236}">
                  <a16:creationId xmlns:a16="http://schemas.microsoft.com/office/drawing/2014/main" id="{8E35DA3D-CB3F-B84B-9FB9-2BBF50F2158A}"/>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7C74D"/>
            </a:solidFill>
          </p:spPr>
          <p:txBody>
            <a:bodyPr/>
            <a:lstStyle/>
            <a:p>
              <a:endParaRPr lang="en-US"/>
            </a:p>
          </p:txBody>
        </p:sp>
        <p:sp>
          <p:nvSpPr>
            <p:cNvPr id="19" name="TextBox 19">
              <a:extLst>
                <a:ext uri="{FF2B5EF4-FFF2-40B4-BE49-F238E27FC236}">
                  <a16:creationId xmlns:a16="http://schemas.microsoft.com/office/drawing/2014/main" id="{99A52EE3-814E-4408-6D93-1F2458A024F4}"/>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0" name="Group 20">
            <a:extLst>
              <a:ext uri="{FF2B5EF4-FFF2-40B4-BE49-F238E27FC236}">
                <a16:creationId xmlns:a16="http://schemas.microsoft.com/office/drawing/2014/main" id="{BB494FAA-4366-7A67-8173-716142289C4C}"/>
              </a:ext>
            </a:extLst>
          </p:cNvPr>
          <p:cNvGrpSpPr/>
          <p:nvPr/>
        </p:nvGrpSpPr>
        <p:grpSpPr>
          <a:xfrm>
            <a:off x="6641391" y="3478805"/>
            <a:ext cx="788925" cy="1028823"/>
            <a:chOff x="0" y="0"/>
            <a:chExt cx="452088" cy="589560"/>
          </a:xfrm>
        </p:grpSpPr>
        <p:sp>
          <p:nvSpPr>
            <p:cNvPr id="21" name="Freeform 21">
              <a:extLst>
                <a:ext uri="{FF2B5EF4-FFF2-40B4-BE49-F238E27FC236}">
                  <a16:creationId xmlns:a16="http://schemas.microsoft.com/office/drawing/2014/main" id="{91FCC5E0-4307-0416-6BD0-BBD6902E1FF5}"/>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FD8494"/>
            </a:solidFill>
          </p:spPr>
          <p:txBody>
            <a:bodyPr/>
            <a:lstStyle/>
            <a:p>
              <a:endParaRPr lang="en-US"/>
            </a:p>
          </p:txBody>
        </p:sp>
        <p:sp>
          <p:nvSpPr>
            <p:cNvPr id="22" name="TextBox 22">
              <a:extLst>
                <a:ext uri="{FF2B5EF4-FFF2-40B4-BE49-F238E27FC236}">
                  <a16:creationId xmlns:a16="http://schemas.microsoft.com/office/drawing/2014/main" id="{C3EE5464-5922-5CAF-D30F-674013D5DBEC}"/>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grpSp>
        <p:nvGrpSpPr>
          <p:cNvPr id="23" name="Group 23">
            <a:extLst>
              <a:ext uri="{FF2B5EF4-FFF2-40B4-BE49-F238E27FC236}">
                <a16:creationId xmlns:a16="http://schemas.microsoft.com/office/drawing/2014/main" id="{A4BBAC49-D496-7978-7E25-A37705C46885}"/>
              </a:ext>
            </a:extLst>
          </p:cNvPr>
          <p:cNvGrpSpPr/>
          <p:nvPr/>
        </p:nvGrpSpPr>
        <p:grpSpPr>
          <a:xfrm>
            <a:off x="6641391" y="4756515"/>
            <a:ext cx="788925" cy="1028823"/>
            <a:chOff x="0" y="0"/>
            <a:chExt cx="452088" cy="589560"/>
          </a:xfrm>
        </p:grpSpPr>
        <p:sp>
          <p:nvSpPr>
            <p:cNvPr id="24" name="Freeform 24">
              <a:extLst>
                <a:ext uri="{FF2B5EF4-FFF2-40B4-BE49-F238E27FC236}">
                  <a16:creationId xmlns:a16="http://schemas.microsoft.com/office/drawing/2014/main" id="{1EA5F217-5E88-1978-B9F1-F01B4A7ECCB4}"/>
                </a:ext>
              </a:extLst>
            </p:cNvPr>
            <p:cNvSpPr/>
            <p:nvPr/>
          </p:nvSpPr>
          <p:spPr>
            <a:xfrm>
              <a:off x="0" y="0"/>
              <a:ext cx="452088" cy="589560"/>
            </a:xfrm>
            <a:custGeom>
              <a:avLst/>
              <a:gdLst/>
              <a:ahLst/>
              <a:cxnLst/>
              <a:rect l="l" t="t" r="r" b="b"/>
              <a:pathLst>
                <a:path w="452088" h="589560">
                  <a:moveTo>
                    <a:pt x="226044" y="0"/>
                  </a:moveTo>
                  <a:lnTo>
                    <a:pt x="226044" y="0"/>
                  </a:lnTo>
                  <a:cubicBezTo>
                    <a:pt x="285995" y="0"/>
                    <a:pt x="343490" y="23815"/>
                    <a:pt x="385881" y="66207"/>
                  </a:cubicBezTo>
                  <a:cubicBezTo>
                    <a:pt x="428273" y="108598"/>
                    <a:pt x="452088" y="166093"/>
                    <a:pt x="452088" y="226044"/>
                  </a:cubicBezTo>
                  <a:lnTo>
                    <a:pt x="452088" y="363516"/>
                  </a:lnTo>
                  <a:cubicBezTo>
                    <a:pt x="452088" y="488356"/>
                    <a:pt x="350885" y="589560"/>
                    <a:pt x="226044" y="589560"/>
                  </a:cubicBezTo>
                  <a:lnTo>
                    <a:pt x="226044" y="589560"/>
                  </a:lnTo>
                  <a:cubicBezTo>
                    <a:pt x="166093" y="589560"/>
                    <a:pt x="108598" y="565744"/>
                    <a:pt x="66207" y="523353"/>
                  </a:cubicBezTo>
                  <a:cubicBezTo>
                    <a:pt x="23815" y="480961"/>
                    <a:pt x="0" y="423466"/>
                    <a:pt x="0" y="363516"/>
                  </a:cubicBezTo>
                  <a:lnTo>
                    <a:pt x="0" y="226044"/>
                  </a:lnTo>
                  <a:cubicBezTo>
                    <a:pt x="0" y="101203"/>
                    <a:pt x="101203" y="0"/>
                    <a:pt x="226044" y="0"/>
                  </a:cubicBezTo>
                  <a:close/>
                </a:path>
              </a:pathLst>
            </a:custGeom>
            <a:solidFill>
              <a:srgbClr val="ADCCCE"/>
            </a:solidFill>
          </p:spPr>
          <p:txBody>
            <a:bodyPr/>
            <a:lstStyle/>
            <a:p>
              <a:endParaRPr lang="en-US"/>
            </a:p>
          </p:txBody>
        </p:sp>
        <p:sp>
          <p:nvSpPr>
            <p:cNvPr id="25" name="TextBox 25">
              <a:extLst>
                <a:ext uri="{FF2B5EF4-FFF2-40B4-BE49-F238E27FC236}">
                  <a16:creationId xmlns:a16="http://schemas.microsoft.com/office/drawing/2014/main" id="{5AE52A3E-F0D5-0ECC-10DC-5C7C6C5E25DA}"/>
                </a:ext>
              </a:extLst>
            </p:cNvPr>
            <p:cNvSpPr txBox="1"/>
            <p:nvPr/>
          </p:nvSpPr>
          <p:spPr>
            <a:xfrm>
              <a:off x="0" y="-19050"/>
              <a:ext cx="452088" cy="608610"/>
            </a:xfrm>
            <a:prstGeom prst="rect">
              <a:avLst/>
            </a:prstGeom>
          </p:spPr>
          <p:txBody>
            <a:bodyPr lIns="22464" tIns="22464" rIns="22464" bIns="22464" rtlCol="0" anchor="ctr"/>
            <a:lstStyle/>
            <a:p>
              <a:pPr algn="ctr">
                <a:lnSpc>
                  <a:spcPts val="1979"/>
                </a:lnSpc>
              </a:pPr>
              <a:endParaRPr/>
            </a:p>
          </p:txBody>
        </p:sp>
      </p:grpSp>
      <p:sp>
        <p:nvSpPr>
          <p:cNvPr id="29" name="Freeform 29">
            <a:extLst>
              <a:ext uri="{FF2B5EF4-FFF2-40B4-BE49-F238E27FC236}">
                <a16:creationId xmlns:a16="http://schemas.microsoft.com/office/drawing/2014/main" id="{8008D044-5532-3C3D-57E1-65E67B7984B1}"/>
              </a:ext>
            </a:extLst>
          </p:cNvPr>
          <p:cNvSpPr/>
          <p:nvPr/>
        </p:nvSpPr>
        <p:spPr>
          <a:xfrm rot="-5400000">
            <a:off x="1807513" y="2982157"/>
            <a:ext cx="6200636" cy="4513923"/>
          </a:xfrm>
          <a:custGeom>
            <a:avLst/>
            <a:gdLst/>
            <a:ahLst/>
            <a:cxnLst/>
            <a:rect l="l" t="t" r="r" b="b"/>
            <a:pathLst>
              <a:path w="6018334" h="4175220">
                <a:moveTo>
                  <a:pt x="0" y="0"/>
                </a:moveTo>
                <a:lnTo>
                  <a:pt x="6018334" y="0"/>
                </a:lnTo>
                <a:lnTo>
                  <a:pt x="6018334" y="4175220"/>
                </a:lnTo>
                <a:lnTo>
                  <a:pt x="0" y="417522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dirty="0"/>
          </a:p>
        </p:txBody>
      </p:sp>
      <p:sp>
        <p:nvSpPr>
          <p:cNvPr id="30" name="Freeform 30">
            <a:extLst>
              <a:ext uri="{FF2B5EF4-FFF2-40B4-BE49-F238E27FC236}">
                <a16:creationId xmlns:a16="http://schemas.microsoft.com/office/drawing/2014/main" id="{DB0B1C14-97B1-2862-4FA8-C3A188831467}"/>
              </a:ext>
            </a:extLst>
          </p:cNvPr>
          <p:cNvSpPr/>
          <p:nvPr/>
        </p:nvSpPr>
        <p:spPr>
          <a:xfrm>
            <a:off x="6931504" y="2001663"/>
            <a:ext cx="351586" cy="294893"/>
          </a:xfrm>
          <a:custGeom>
            <a:avLst/>
            <a:gdLst/>
            <a:ahLst/>
            <a:cxnLst/>
            <a:rect l="l" t="t" r="r" b="b"/>
            <a:pathLst>
              <a:path w="351586" h="294893">
                <a:moveTo>
                  <a:pt x="0" y="0"/>
                </a:moveTo>
                <a:lnTo>
                  <a:pt x="351586" y="0"/>
                </a:lnTo>
                <a:lnTo>
                  <a:pt x="351586" y="294892"/>
                </a:lnTo>
                <a:lnTo>
                  <a:pt x="0" y="29489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31" name="Freeform 31">
            <a:extLst>
              <a:ext uri="{FF2B5EF4-FFF2-40B4-BE49-F238E27FC236}">
                <a16:creationId xmlns:a16="http://schemas.microsoft.com/office/drawing/2014/main" id="{0982CAF6-CE3B-1B0F-82C7-1A2FAD22F7A0}"/>
              </a:ext>
            </a:extLst>
          </p:cNvPr>
          <p:cNvSpPr/>
          <p:nvPr/>
        </p:nvSpPr>
        <p:spPr>
          <a:xfrm>
            <a:off x="7207250" y="3907281"/>
            <a:ext cx="162082" cy="158840"/>
          </a:xfrm>
          <a:custGeom>
            <a:avLst/>
            <a:gdLst/>
            <a:ahLst/>
            <a:cxnLst/>
            <a:rect l="l" t="t" r="r" b="b"/>
            <a:pathLst>
              <a:path w="162082" h="158840">
                <a:moveTo>
                  <a:pt x="0" y="0"/>
                </a:moveTo>
                <a:lnTo>
                  <a:pt x="162082" y="0"/>
                </a:lnTo>
                <a:lnTo>
                  <a:pt x="162082" y="158840"/>
                </a:lnTo>
                <a:lnTo>
                  <a:pt x="0" y="1588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32" name="Freeform 32">
            <a:extLst>
              <a:ext uri="{FF2B5EF4-FFF2-40B4-BE49-F238E27FC236}">
                <a16:creationId xmlns:a16="http://schemas.microsoft.com/office/drawing/2014/main" id="{62F3E106-568D-887B-7B83-1626956959A8}"/>
              </a:ext>
            </a:extLst>
          </p:cNvPr>
          <p:cNvSpPr/>
          <p:nvPr/>
        </p:nvSpPr>
        <p:spPr>
          <a:xfrm>
            <a:off x="7199810" y="2776099"/>
            <a:ext cx="187541" cy="209224"/>
          </a:xfrm>
          <a:custGeom>
            <a:avLst/>
            <a:gdLst/>
            <a:ahLst/>
            <a:cxnLst/>
            <a:rect l="l" t="t" r="r" b="b"/>
            <a:pathLst>
              <a:path w="187541" h="209224">
                <a:moveTo>
                  <a:pt x="0" y="0"/>
                </a:moveTo>
                <a:lnTo>
                  <a:pt x="187541" y="0"/>
                </a:lnTo>
                <a:lnTo>
                  <a:pt x="187541" y="209225"/>
                </a:lnTo>
                <a:lnTo>
                  <a:pt x="0" y="20922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dirty="0"/>
          </a:p>
        </p:txBody>
      </p:sp>
      <p:sp>
        <p:nvSpPr>
          <p:cNvPr id="33" name="Freeform 33">
            <a:extLst>
              <a:ext uri="{FF2B5EF4-FFF2-40B4-BE49-F238E27FC236}">
                <a16:creationId xmlns:a16="http://schemas.microsoft.com/office/drawing/2014/main" id="{D4A9F1FA-4187-75A0-8ECE-9BB5BAEA190C}"/>
              </a:ext>
            </a:extLst>
          </p:cNvPr>
          <p:cNvSpPr/>
          <p:nvPr/>
        </p:nvSpPr>
        <p:spPr>
          <a:xfrm>
            <a:off x="7165992" y="5161903"/>
            <a:ext cx="208092" cy="171770"/>
          </a:xfrm>
          <a:custGeom>
            <a:avLst/>
            <a:gdLst/>
            <a:ahLst/>
            <a:cxnLst/>
            <a:rect l="l" t="t" r="r" b="b"/>
            <a:pathLst>
              <a:path w="208092" h="171770">
                <a:moveTo>
                  <a:pt x="0" y="0"/>
                </a:moveTo>
                <a:lnTo>
                  <a:pt x="208091" y="0"/>
                </a:lnTo>
                <a:lnTo>
                  <a:pt x="208091" y="171771"/>
                </a:lnTo>
                <a:lnTo>
                  <a:pt x="0" y="17177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C30643E0-CDEA-A7F7-C6FD-489C2BB8090F}"/>
              </a:ext>
            </a:extLst>
          </p:cNvPr>
          <p:cNvSpPr/>
          <p:nvPr/>
        </p:nvSpPr>
        <p:spPr>
          <a:xfrm rot="-822037">
            <a:off x="333606" y="7312386"/>
            <a:ext cx="2517686" cy="3249218"/>
          </a:xfrm>
          <a:custGeom>
            <a:avLst/>
            <a:gdLst/>
            <a:ahLst/>
            <a:cxnLst/>
            <a:rect l="l" t="t" r="r" b="b"/>
            <a:pathLst>
              <a:path w="2043485" h="2069351">
                <a:moveTo>
                  <a:pt x="0" y="0"/>
                </a:moveTo>
                <a:lnTo>
                  <a:pt x="2043485" y="0"/>
                </a:lnTo>
                <a:lnTo>
                  <a:pt x="2043485" y="2069351"/>
                </a:lnTo>
                <a:lnTo>
                  <a:pt x="0" y="2069351"/>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37" name="Freeform 37">
            <a:extLst>
              <a:ext uri="{FF2B5EF4-FFF2-40B4-BE49-F238E27FC236}">
                <a16:creationId xmlns:a16="http://schemas.microsoft.com/office/drawing/2014/main" id="{01B5E019-4E3B-D493-8861-19F3610A52A7}"/>
              </a:ext>
            </a:extLst>
          </p:cNvPr>
          <p:cNvSpPr/>
          <p:nvPr/>
        </p:nvSpPr>
        <p:spPr>
          <a:xfrm>
            <a:off x="2989883" y="8540225"/>
            <a:ext cx="4476021" cy="1829236"/>
          </a:xfrm>
          <a:custGeom>
            <a:avLst/>
            <a:gdLst/>
            <a:ahLst/>
            <a:cxnLst/>
            <a:rect l="l" t="t" r="r" b="b"/>
            <a:pathLst>
              <a:path w="3716420" h="1965057">
                <a:moveTo>
                  <a:pt x="0" y="0"/>
                </a:moveTo>
                <a:lnTo>
                  <a:pt x="3716420" y="0"/>
                </a:lnTo>
                <a:lnTo>
                  <a:pt x="3716420" y="1965058"/>
                </a:lnTo>
                <a:lnTo>
                  <a:pt x="0" y="1965058"/>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38" name="TextBox 38">
            <a:extLst>
              <a:ext uri="{FF2B5EF4-FFF2-40B4-BE49-F238E27FC236}">
                <a16:creationId xmlns:a16="http://schemas.microsoft.com/office/drawing/2014/main" id="{CB80EBA9-1197-732F-A2C4-0FAC785C2FF3}"/>
              </a:ext>
            </a:extLst>
          </p:cNvPr>
          <p:cNvSpPr txBox="1"/>
          <p:nvPr/>
        </p:nvSpPr>
        <p:spPr>
          <a:xfrm>
            <a:off x="3432614" y="9036194"/>
            <a:ext cx="3732179" cy="1077218"/>
          </a:xfrm>
          <a:prstGeom prst="rect">
            <a:avLst/>
          </a:prstGeom>
        </p:spPr>
        <p:txBody>
          <a:bodyPr wrap="square" lIns="0" tIns="0" rIns="0" bIns="0" rtlCol="0" anchor="t">
            <a:spAutoFit/>
          </a:bodyPr>
          <a:lstStyle/>
          <a:p>
            <a:pPr algn="just"/>
            <a:r>
              <a:rPr lang="vi-VN" sz="1400" b="1" dirty="0">
                <a:solidFill>
                  <a:srgbClr val="C00000"/>
                </a:solidFill>
                <a:latin typeface="HP001 5 hàng" panose="020B0603050302020204" pitchFamily="34" charset="0"/>
              </a:rPr>
              <a:t>Sang học kì 2, cô mong em tiếp tục giữ vững tinh thần học tập, chăm chỉ hơn trong giờ học và hoàn thành tốt các nhiệm vụ được giao. </a:t>
            </a:r>
            <a:endParaRPr lang="en-US" sz="1400" b="1" dirty="0">
              <a:solidFill>
                <a:srgbClr val="C00000"/>
              </a:solidFill>
              <a:latin typeface="HP001 5 hàng" panose="020B0603050302020204" pitchFamily="34" charset="0"/>
            </a:endParaRPr>
          </a:p>
          <a:p>
            <a:pPr algn="just"/>
            <a:r>
              <a:rPr lang="vi-VN" sz="1400" b="1" dirty="0">
                <a:solidFill>
                  <a:srgbClr val="C00000"/>
                </a:solidFill>
                <a:latin typeface="HP001 5 hàng" panose="020B0603050302020204" pitchFamily="34" charset="0"/>
              </a:rPr>
              <a:t>Cô tin rằng nếu em cố gắng hơn, kết quả học tập của em sẽ ngày càng tiến bộ.</a:t>
            </a:r>
          </a:p>
        </p:txBody>
      </p:sp>
      <p:sp>
        <p:nvSpPr>
          <p:cNvPr id="39" name="TextBox 39">
            <a:extLst>
              <a:ext uri="{FF2B5EF4-FFF2-40B4-BE49-F238E27FC236}">
                <a16:creationId xmlns:a16="http://schemas.microsoft.com/office/drawing/2014/main" id="{57D2A4C4-274D-CFB8-7966-EA24EFB0BE70}"/>
              </a:ext>
            </a:extLst>
          </p:cNvPr>
          <p:cNvSpPr txBox="1"/>
          <p:nvPr/>
        </p:nvSpPr>
        <p:spPr>
          <a:xfrm rot="20951684">
            <a:off x="845319" y="5737742"/>
            <a:ext cx="995556" cy="179536"/>
          </a:xfrm>
          <a:prstGeom prst="rect">
            <a:avLst/>
          </a:prstGeom>
        </p:spPr>
        <p:txBody>
          <a:bodyPr lIns="0" tIns="0" rIns="0" bIns="0" rtlCol="0" anchor="t">
            <a:spAutoFit/>
          </a:bodyPr>
          <a:lstStyle/>
          <a:p>
            <a:pPr algn="l">
              <a:lnSpc>
                <a:spcPts val="1402"/>
              </a:lnSpc>
              <a:spcBef>
                <a:spcPct val="0"/>
              </a:spcBef>
            </a:pPr>
            <a:r>
              <a:rPr lang="en-US" sz="1200" b="1" dirty="0" err="1">
                <a:solidFill>
                  <a:srgbClr val="C00000"/>
                </a:solidFill>
                <a:latin typeface="HP001 5 hàng" panose="020B0603050302020204" pitchFamily="34" charset="0"/>
                <a:ea typeface="Canva Sans"/>
                <a:cs typeface="Canva Sans"/>
                <a:sym typeface="Canva Sans Bold"/>
              </a:rPr>
              <a:t>Năng</a:t>
            </a:r>
            <a:r>
              <a:rPr lang="en-US" sz="1200" b="1" dirty="0">
                <a:solidFill>
                  <a:srgbClr val="C00000"/>
                </a:solidFill>
                <a:latin typeface="HP001 5 hàng" panose="020B0603050302020204" pitchFamily="34" charset="0"/>
                <a:ea typeface="Canva Sans"/>
                <a:cs typeface="Canva Sans"/>
                <a:sym typeface="Canva Sans Bold"/>
              </a:rPr>
              <a:t> </a:t>
            </a:r>
            <a:r>
              <a:rPr lang="en-US" sz="1200" b="1" dirty="0" err="1">
                <a:solidFill>
                  <a:srgbClr val="C00000"/>
                </a:solidFill>
                <a:latin typeface="HP001 5 hàng" panose="020B0603050302020204" pitchFamily="34" charset="0"/>
                <a:ea typeface="Canva Sans"/>
                <a:cs typeface="Canva Sans"/>
                <a:sym typeface="Canva Sans Bold"/>
              </a:rPr>
              <a:t>lượng</a:t>
            </a:r>
            <a:endParaRPr lang="en-US" sz="1200" dirty="0">
              <a:solidFill>
                <a:srgbClr val="C00000"/>
              </a:solidFill>
              <a:latin typeface="HP001 5 hàng" panose="020B0603050302020204" pitchFamily="34" charset="0"/>
              <a:ea typeface="Canva Sans"/>
              <a:cs typeface="Canva Sans"/>
              <a:sym typeface="Canva Sans"/>
            </a:endParaRPr>
          </a:p>
        </p:txBody>
      </p:sp>
      <p:sp>
        <p:nvSpPr>
          <p:cNvPr id="40" name="TextBox 40">
            <a:extLst>
              <a:ext uri="{FF2B5EF4-FFF2-40B4-BE49-F238E27FC236}">
                <a16:creationId xmlns:a16="http://schemas.microsoft.com/office/drawing/2014/main" id="{25D34EAC-EEA8-7291-2E29-C6E95ABCE424}"/>
              </a:ext>
            </a:extLst>
          </p:cNvPr>
          <p:cNvSpPr txBox="1"/>
          <p:nvPr/>
        </p:nvSpPr>
        <p:spPr>
          <a:xfrm>
            <a:off x="257024" y="323939"/>
            <a:ext cx="7208879" cy="538609"/>
          </a:xfrm>
          <a:prstGeom prst="rect">
            <a:avLst/>
          </a:prstGeom>
        </p:spPr>
        <p:txBody>
          <a:bodyPr wrap="square" lIns="0" tIns="0" rIns="0" bIns="0" rtlCol="0" anchor="t">
            <a:spAutoFit/>
          </a:bodyPr>
          <a:lstStyle/>
          <a:p>
            <a:pPr algn="ctr">
              <a:lnSpc>
                <a:spcPts val="4199"/>
              </a:lnSpc>
              <a:spcBef>
                <a:spcPct val="0"/>
              </a:spcBef>
            </a:pPr>
            <a:r>
              <a:rPr lang="en-US" sz="2999" spc="44" dirty="0">
                <a:solidFill>
                  <a:schemeClr val="tx2"/>
                </a:solidFill>
                <a:latin typeface="Bungee"/>
                <a:ea typeface="Bungee"/>
                <a:cs typeface="Bungee"/>
                <a:sym typeface="Bungee"/>
              </a:rPr>
              <a:t>PHIẾU </a:t>
            </a:r>
            <a:r>
              <a:rPr lang="en-US" sz="2999" spc="44" dirty="0" err="1">
                <a:solidFill>
                  <a:schemeClr val="tx2"/>
                </a:solidFill>
                <a:latin typeface="Bungee"/>
                <a:ea typeface="Bungee"/>
                <a:cs typeface="Bungee"/>
                <a:sym typeface="Bungee"/>
              </a:rPr>
              <a:t>Nhận</a:t>
            </a:r>
            <a:r>
              <a:rPr lang="en-US" sz="2999" spc="44" dirty="0">
                <a:solidFill>
                  <a:schemeClr val="tx2"/>
                </a:solidFill>
                <a:latin typeface="Bungee"/>
                <a:ea typeface="Bungee"/>
                <a:cs typeface="Bungee"/>
                <a:sym typeface="Bungee"/>
              </a:rPr>
              <a:t> </a:t>
            </a:r>
            <a:r>
              <a:rPr lang="en-US" sz="2999" spc="44" dirty="0" err="1">
                <a:solidFill>
                  <a:schemeClr val="tx2"/>
                </a:solidFill>
                <a:latin typeface="Bungee"/>
                <a:ea typeface="Bungee"/>
                <a:cs typeface="Bungee"/>
                <a:sym typeface="Bungee"/>
              </a:rPr>
              <a:t>xét</a:t>
            </a:r>
            <a:r>
              <a:rPr lang="en-US" sz="2999" spc="44" dirty="0">
                <a:solidFill>
                  <a:schemeClr val="tx2"/>
                </a:solidFill>
                <a:latin typeface="Bungee"/>
                <a:ea typeface="Bungee"/>
                <a:cs typeface="Bungee"/>
                <a:sym typeface="Bungee"/>
              </a:rPr>
              <a:t> KẾT QUẢ HỌC TẬP</a:t>
            </a:r>
          </a:p>
        </p:txBody>
      </p:sp>
      <p:sp>
        <p:nvSpPr>
          <p:cNvPr id="41" name="Freeform 41">
            <a:extLst>
              <a:ext uri="{FF2B5EF4-FFF2-40B4-BE49-F238E27FC236}">
                <a16:creationId xmlns:a16="http://schemas.microsoft.com/office/drawing/2014/main" id="{17BB466F-05AC-E30C-3538-1B6322615491}"/>
              </a:ext>
            </a:extLst>
          </p:cNvPr>
          <p:cNvSpPr/>
          <p:nvPr/>
        </p:nvSpPr>
        <p:spPr>
          <a:xfrm rot="1401841">
            <a:off x="7043295" y="742337"/>
            <a:ext cx="539238" cy="477450"/>
          </a:xfrm>
          <a:custGeom>
            <a:avLst/>
            <a:gdLst/>
            <a:ahLst/>
            <a:cxnLst/>
            <a:rect l="l" t="t" r="r" b="b"/>
            <a:pathLst>
              <a:path w="539238" h="477450">
                <a:moveTo>
                  <a:pt x="0" y="0"/>
                </a:moveTo>
                <a:lnTo>
                  <a:pt x="539239" y="0"/>
                </a:lnTo>
                <a:lnTo>
                  <a:pt x="539239" y="477450"/>
                </a:lnTo>
                <a:lnTo>
                  <a:pt x="0" y="477450"/>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44" name="Freeform 44">
            <a:extLst>
              <a:ext uri="{FF2B5EF4-FFF2-40B4-BE49-F238E27FC236}">
                <a16:creationId xmlns:a16="http://schemas.microsoft.com/office/drawing/2014/main" id="{8B5CB8B4-0D92-F6EA-6CB6-D8277E7E4828}"/>
              </a:ext>
            </a:extLst>
          </p:cNvPr>
          <p:cNvSpPr/>
          <p:nvPr/>
        </p:nvSpPr>
        <p:spPr>
          <a:xfrm rot="-1485827">
            <a:off x="103680" y="4692095"/>
            <a:ext cx="1155778" cy="1307811"/>
          </a:xfrm>
          <a:custGeom>
            <a:avLst/>
            <a:gdLst/>
            <a:ahLst/>
            <a:cxnLst/>
            <a:rect l="l" t="t" r="r" b="b"/>
            <a:pathLst>
              <a:path w="1155778" h="1307811">
                <a:moveTo>
                  <a:pt x="0" y="0"/>
                </a:moveTo>
                <a:lnTo>
                  <a:pt x="1155778" y="0"/>
                </a:lnTo>
                <a:lnTo>
                  <a:pt x="1155778" y="1307810"/>
                </a:lnTo>
                <a:lnTo>
                  <a:pt x="0" y="1307810"/>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45" name="Freeform 45">
            <a:extLst>
              <a:ext uri="{FF2B5EF4-FFF2-40B4-BE49-F238E27FC236}">
                <a16:creationId xmlns:a16="http://schemas.microsoft.com/office/drawing/2014/main" id="{39FED426-8856-AD05-A304-ADCFB7A11A9C}"/>
              </a:ext>
            </a:extLst>
          </p:cNvPr>
          <p:cNvSpPr/>
          <p:nvPr/>
        </p:nvSpPr>
        <p:spPr>
          <a:xfrm rot="-2227284" flipH="1">
            <a:off x="-168451" y="136412"/>
            <a:ext cx="778796" cy="400756"/>
          </a:xfrm>
          <a:custGeom>
            <a:avLst/>
            <a:gdLst/>
            <a:ahLst/>
            <a:cxnLst/>
            <a:rect l="l" t="t" r="r" b="b"/>
            <a:pathLst>
              <a:path w="778796" h="400756">
                <a:moveTo>
                  <a:pt x="778797" y="0"/>
                </a:moveTo>
                <a:lnTo>
                  <a:pt x="0" y="0"/>
                </a:lnTo>
                <a:lnTo>
                  <a:pt x="0" y="400756"/>
                </a:lnTo>
                <a:lnTo>
                  <a:pt x="778797" y="400756"/>
                </a:lnTo>
                <a:lnTo>
                  <a:pt x="778797"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US" dirty="0"/>
          </a:p>
        </p:txBody>
      </p:sp>
      <p:sp>
        <p:nvSpPr>
          <p:cNvPr id="46" name="Freeform 46">
            <a:extLst>
              <a:ext uri="{FF2B5EF4-FFF2-40B4-BE49-F238E27FC236}">
                <a16:creationId xmlns:a16="http://schemas.microsoft.com/office/drawing/2014/main" id="{32F6C69B-2DA2-9B56-C448-E86148E502A2}"/>
              </a:ext>
            </a:extLst>
          </p:cNvPr>
          <p:cNvSpPr/>
          <p:nvPr/>
        </p:nvSpPr>
        <p:spPr>
          <a:xfrm flipH="1">
            <a:off x="6814740" y="10066708"/>
            <a:ext cx="684367" cy="445341"/>
          </a:xfrm>
          <a:custGeom>
            <a:avLst/>
            <a:gdLst/>
            <a:ahLst/>
            <a:cxnLst/>
            <a:rect l="l" t="t" r="r" b="b"/>
            <a:pathLst>
              <a:path w="1045114" h="760320">
                <a:moveTo>
                  <a:pt x="1045113" y="0"/>
                </a:moveTo>
                <a:lnTo>
                  <a:pt x="0" y="0"/>
                </a:lnTo>
                <a:lnTo>
                  <a:pt x="0" y="760320"/>
                </a:lnTo>
                <a:lnTo>
                  <a:pt x="1045113" y="760320"/>
                </a:lnTo>
                <a:lnTo>
                  <a:pt x="1045113"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47" name="Freeform 47">
            <a:extLst>
              <a:ext uri="{FF2B5EF4-FFF2-40B4-BE49-F238E27FC236}">
                <a16:creationId xmlns:a16="http://schemas.microsoft.com/office/drawing/2014/main" id="{5E981F8E-B66E-D8F1-6BE6-78FC33B2E353}"/>
              </a:ext>
            </a:extLst>
          </p:cNvPr>
          <p:cNvSpPr/>
          <p:nvPr/>
        </p:nvSpPr>
        <p:spPr>
          <a:xfrm rot="1991133">
            <a:off x="2628154" y="8466321"/>
            <a:ext cx="756842" cy="666021"/>
          </a:xfrm>
          <a:custGeom>
            <a:avLst/>
            <a:gdLst/>
            <a:ahLst/>
            <a:cxnLst/>
            <a:rect l="l" t="t" r="r" b="b"/>
            <a:pathLst>
              <a:path w="756842" h="666021">
                <a:moveTo>
                  <a:pt x="0" y="0"/>
                </a:moveTo>
                <a:lnTo>
                  <a:pt x="756843" y="0"/>
                </a:lnTo>
                <a:lnTo>
                  <a:pt x="756843" y="666021"/>
                </a:lnTo>
                <a:lnTo>
                  <a:pt x="0" y="66602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48" name="Freeform 48">
            <a:extLst>
              <a:ext uri="{FF2B5EF4-FFF2-40B4-BE49-F238E27FC236}">
                <a16:creationId xmlns:a16="http://schemas.microsoft.com/office/drawing/2014/main" id="{123F98C4-B64F-0667-8B45-CBC56EEBEAB6}"/>
              </a:ext>
            </a:extLst>
          </p:cNvPr>
          <p:cNvSpPr/>
          <p:nvPr/>
        </p:nvSpPr>
        <p:spPr>
          <a:xfrm flipV="1">
            <a:off x="681569" y="943522"/>
            <a:ext cx="578452" cy="509038"/>
          </a:xfrm>
          <a:custGeom>
            <a:avLst/>
            <a:gdLst/>
            <a:ahLst/>
            <a:cxnLst/>
            <a:rect l="l" t="t" r="r" b="b"/>
            <a:pathLst>
              <a:path w="578452" h="509038">
                <a:moveTo>
                  <a:pt x="0" y="509038"/>
                </a:moveTo>
                <a:lnTo>
                  <a:pt x="578452" y="509038"/>
                </a:lnTo>
                <a:lnTo>
                  <a:pt x="578452" y="0"/>
                </a:lnTo>
                <a:lnTo>
                  <a:pt x="0" y="0"/>
                </a:lnTo>
                <a:lnTo>
                  <a:pt x="0" y="509038"/>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49" name="Freeform 49">
            <a:extLst>
              <a:ext uri="{FF2B5EF4-FFF2-40B4-BE49-F238E27FC236}">
                <a16:creationId xmlns:a16="http://schemas.microsoft.com/office/drawing/2014/main" id="{44564A3F-760B-C4AC-273D-7F4FB0CBA506}"/>
              </a:ext>
            </a:extLst>
          </p:cNvPr>
          <p:cNvSpPr/>
          <p:nvPr/>
        </p:nvSpPr>
        <p:spPr>
          <a:xfrm rot="5011075">
            <a:off x="-109653" y="9932442"/>
            <a:ext cx="852186" cy="874037"/>
          </a:xfrm>
          <a:custGeom>
            <a:avLst/>
            <a:gdLst/>
            <a:ahLst/>
            <a:cxnLst/>
            <a:rect l="l" t="t" r="r" b="b"/>
            <a:pathLst>
              <a:path w="852186" h="874037">
                <a:moveTo>
                  <a:pt x="0" y="0"/>
                </a:moveTo>
                <a:lnTo>
                  <a:pt x="852185" y="0"/>
                </a:lnTo>
                <a:lnTo>
                  <a:pt x="852185" y="874037"/>
                </a:lnTo>
                <a:lnTo>
                  <a:pt x="0" y="874037"/>
                </a:lnTo>
                <a:lnTo>
                  <a:pt x="0" y="0"/>
                </a:lnTo>
                <a:close/>
              </a:path>
            </a:pathLst>
          </a:custGeom>
          <a:blipFill>
            <a:blip r:embed="rId44">
              <a:extLst>
                <a:ext uri="{96DAC541-7B7A-43D3-8B79-37D633B846F1}">
                  <asvg:svgBlip xmlns:asvg="http://schemas.microsoft.com/office/drawing/2016/SVG/main" r:embed="rId45"/>
                </a:ext>
              </a:extLst>
            </a:blip>
            <a:stretch>
              <a:fillRect/>
            </a:stretch>
          </a:blipFill>
          <a:ln cap="sq">
            <a:noFill/>
            <a:prstDash val="solid"/>
            <a:miter/>
          </a:ln>
        </p:spPr>
        <p:txBody>
          <a:bodyPr/>
          <a:lstStyle/>
          <a:p>
            <a:endParaRPr lang="en-US"/>
          </a:p>
        </p:txBody>
      </p:sp>
      <p:sp>
        <p:nvSpPr>
          <p:cNvPr id="50" name="Freeform 50">
            <a:extLst>
              <a:ext uri="{FF2B5EF4-FFF2-40B4-BE49-F238E27FC236}">
                <a16:creationId xmlns:a16="http://schemas.microsoft.com/office/drawing/2014/main" id="{772FCA7C-EDCA-86D7-765A-03B3C3C42594}"/>
              </a:ext>
            </a:extLst>
          </p:cNvPr>
          <p:cNvSpPr/>
          <p:nvPr/>
        </p:nvSpPr>
        <p:spPr>
          <a:xfrm rot="2153076">
            <a:off x="1905738" y="10114307"/>
            <a:ext cx="974348" cy="852554"/>
          </a:xfrm>
          <a:custGeom>
            <a:avLst/>
            <a:gdLst/>
            <a:ahLst/>
            <a:cxnLst/>
            <a:rect l="l" t="t" r="r" b="b"/>
            <a:pathLst>
              <a:path w="974348" h="852554">
                <a:moveTo>
                  <a:pt x="0" y="0"/>
                </a:moveTo>
                <a:lnTo>
                  <a:pt x="974348" y="0"/>
                </a:lnTo>
                <a:lnTo>
                  <a:pt x="974348" y="852554"/>
                </a:lnTo>
                <a:lnTo>
                  <a:pt x="0" y="852554"/>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51" name="Freeform 51">
            <a:extLst>
              <a:ext uri="{FF2B5EF4-FFF2-40B4-BE49-F238E27FC236}">
                <a16:creationId xmlns:a16="http://schemas.microsoft.com/office/drawing/2014/main" id="{9D210BBD-B7E4-D6E7-0F6D-591F936C9CFC}"/>
              </a:ext>
            </a:extLst>
          </p:cNvPr>
          <p:cNvSpPr/>
          <p:nvPr/>
        </p:nvSpPr>
        <p:spPr>
          <a:xfrm rot="2815528">
            <a:off x="4696316" y="10324489"/>
            <a:ext cx="722679" cy="668779"/>
          </a:xfrm>
          <a:custGeom>
            <a:avLst/>
            <a:gdLst/>
            <a:ahLst/>
            <a:cxnLst/>
            <a:rect l="l" t="t" r="r" b="b"/>
            <a:pathLst>
              <a:path w="722679" h="668779">
                <a:moveTo>
                  <a:pt x="0" y="0"/>
                </a:moveTo>
                <a:lnTo>
                  <a:pt x="722679" y="0"/>
                </a:lnTo>
                <a:lnTo>
                  <a:pt x="722679" y="668779"/>
                </a:lnTo>
                <a:lnTo>
                  <a:pt x="0" y="66877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52" name="Freeform 52">
            <a:extLst>
              <a:ext uri="{FF2B5EF4-FFF2-40B4-BE49-F238E27FC236}">
                <a16:creationId xmlns:a16="http://schemas.microsoft.com/office/drawing/2014/main" id="{E697E797-C001-069E-FED1-AD67777927A6}"/>
              </a:ext>
            </a:extLst>
          </p:cNvPr>
          <p:cNvSpPr/>
          <p:nvPr/>
        </p:nvSpPr>
        <p:spPr>
          <a:xfrm>
            <a:off x="5759450" y="1662874"/>
            <a:ext cx="193052" cy="180767"/>
          </a:xfrm>
          <a:custGeom>
            <a:avLst/>
            <a:gdLst/>
            <a:ahLst/>
            <a:cxnLst/>
            <a:rect l="l" t="t" r="r" b="b"/>
            <a:pathLst>
              <a:path w="193052" h="180767">
                <a:moveTo>
                  <a:pt x="0" y="0"/>
                </a:moveTo>
                <a:lnTo>
                  <a:pt x="193052" y="0"/>
                </a:lnTo>
                <a:lnTo>
                  <a:pt x="193052" y="180767"/>
                </a:lnTo>
                <a:lnTo>
                  <a:pt x="0" y="180767"/>
                </a:lnTo>
                <a:lnTo>
                  <a:pt x="0" y="0"/>
                </a:lnTo>
                <a:close/>
              </a:path>
            </a:pathLst>
          </a:custGeom>
          <a:blipFill>
            <a:blip r:embed="rId50"/>
            <a:stretch>
              <a:fillRect/>
            </a:stretch>
          </a:blipFill>
        </p:spPr>
        <p:txBody>
          <a:bodyPr/>
          <a:lstStyle/>
          <a:p>
            <a:endParaRPr lang="en-US"/>
          </a:p>
        </p:txBody>
      </p:sp>
      <p:sp>
        <p:nvSpPr>
          <p:cNvPr id="54" name="TextBox 54">
            <a:extLst>
              <a:ext uri="{FF2B5EF4-FFF2-40B4-BE49-F238E27FC236}">
                <a16:creationId xmlns:a16="http://schemas.microsoft.com/office/drawing/2014/main" id="{118FE3D4-05E2-2F36-A77B-4F1529DA5B58}"/>
              </a:ext>
            </a:extLst>
          </p:cNvPr>
          <p:cNvSpPr txBox="1"/>
          <p:nvPr/>
        </p:nvSpPr>
        <p:spPr>
          <a:xfrm rot="20765841">
            <a:off x="621689" y="7820101"/>
            <a:ext cx="2073624" cy="2585323"/>
          </a:xfrm>
          <a:prstGeom prst="rect">
            <a:avLst/>
          </a:prstGeom>
        </p:spPr>
        <p:txBody>
          <a:bodyPr wrap="square" lIns="0" tIns="0" rIns="0" bIns="0" rtlCol="0" anchor="t">
            <a:spAutoFit/>
          </a:bodyPr>
          <a:lstStyle/>
          <a:p>
            <a:pPr algn="just"/>
            <a:r>
              <a:rPr lang="vi-VN" sz="1400" b="1" dirty="0">
                <a:solidFill>
                  <a:schemeClr val="tx2"/>
                </a:solidFill>
                <a:latin typeface="HP001 4 hàng" panose="020B0603050302020204" pitchFamily="34" charset="0"/>
              </a:rPr>
              <a:t>Trong học kì 1, em ngoan ngoãn, lễ phép với thầy cô và hòa đồng với bạn bè. Em tham gia đầy đủ các hoạt động học tập và sinh hoạt của lớp, chấp hành tốt nội quy trường lớp. </a:t>
            </a:r>
            <a:endParaRPr lang="en-US" sz="1400" b="1" dirty="0">
              <a:solidFill>
                <a:schemeClr val="tx2"/>
              </a:solidFill>
              <a:latin typeface="HP001 4 hàng" panose="020B0603050302020204" pitchFamily="34" charset="0"/>
            </a:endParaRPr>
          </a:p>
          <a:p>
            <a:pPr algn="just"/>
            <a:r>
              <a:rPr lang="vi-VN" sz="1400" b="1" dirty="0">
                <a:solidFill>
                  <a:schemeClr val="tx2"/>
                </a:solidFill>
                <a:latin typeface="HP001 4 hàng" panose="020B0603050302020204" pitchFamily="34" charset="0"/>
              </a:rPr>
              <a:t>Kết quả học tập các môn đạt mức hoàn thành; trong đó môn Toán và Công nghệ đạt mức hoàn thành tốt.</a:t>
            </a:r>
            <a:endParaRPr lang="en-US" sz="1400" b="1" dirty="0">
              <a:solidFill>
                <a:schemeClr val="tx2"/>
              </a:solidFill>
              <a:latin typeface="HP001 4 hàng" panose="020B0603050302020204" pitchFamily="34" charset="0"/>
            </a:endParaRPr>
          </a:p>
        </p:txBody>
      </p:sp>
      <p:sp>
        <p:nvSpPr>
          <p:cNvPr id="55" name="TextBox 55">
            <a:extLst>
              <a:ext uri="{FF2B5EF4-FFF2-40B4-BE49-F238E27FC236}">
                <a16:creationId xmlns:a16="http://schemas.microsoft.com/office/drawing/2014/main" id="{D8314529-23E3-6459-AE75-0FE2ECB54166}"/>
              </a:ext>
            </a:extLst>
          </p:cNvPr>
          <p:cNvSpPr txBox="1"/>
          <p:nvPr/>
        </p:nvSpPr>
        <p:spPr>
          <a:xfrm rot="-762079">
            <a:off x="363632" y="7581374"/>
            <a:ext cx="1832078" cy="230832"/>
          </a:xfrm>
          <a:prstGeom prst="rect">
            <a:avLst/>
          </a:prstGeom>
        </p:spPr>
        <p:txBody>
          <a:bodyPr wrap="square" lIns="0" tIns="0" rIns="0" bIns="0" rtlCol="0" anchor="t">
            <a:spAutoFit/>
          </a:bodyPr>
          <a:lstStyle/>
          <a:p>
            <a:pPr marL="0" lvl="0" indent="0" algn="ctr">
              <a:lnSpc>
                <a:spcPts val="1805"/>
              </a:lnSpc>
              <a:spcBef>
                <a:spcPct val="0"/>
              </a:spcBef>
            </a:pPr>
            <a:r>
              <a:rPr lang="en-US" sz="1500" b="1" dirty="0">
                <a:solidFill>
                  <a:schemeClr val="tx2"/>
                </a:solidFill>
                <a:latin typeface="Cabin Bold"/>
                <a:ea typeface="Cabin Bold"/>
                <a:cs typeface="Cabin Bold"/>
                <a:sym typeface="Cabin Bold"/>
              </a:rPr>
              <a:t>ĐIỂM MẠNH CỦA EM</a:t>
            </a:r>
          </a:p>
        </p:txBody>
      </p:sp>
      <p:sp>
        <p:nvSpPr>
          <p:cNvPr id="56" name="TextBox 56">
            <a:extLst>
              <a:ext uri="{FF2B5EF4-FFF2-40B4-BE49-F238E27FC236}">
                <a16:creationId xmlns:a16="http://schemas.microsoft.com/office/drawing/2014/main" id="{7FA3DE77-1C74-04D8-BA59-2D0C40C9C861}"/>
              </a:ext>
            </a:extLst>
          </p:cNvPr>
          <p:cNvSpPr txBox="1"/>
          <p:nvPr/>
        </p:nvSpPr>
        <p:spPr>
          <a:xfrm>
            <a:off x="4025399" y="8707540"/>
            <a:ext cx="2644236" cy="250261"/>
          </a:xfrm>
          <a:prstGeom prst="rect">
            <a:avLst/>
          </a:prstGeom>
        </p:spPr>
        <p:txBody>
          <a:bodyPr wrap="square" lIns="0" tIns="0" rIns="0" bIns="0" rtlCol="0" anchor="t">
            <a:spAutoFit/>
          </a:bodyPr>
          <a:lstStyle/>
          <a:p>
            <a:pPr algn="l">
              <a:lnSpc>
                <a:spcPts val="2134"/>
              </a:lnSpc>
              <a:spcBef>
                <a:spcPct val="0"/>
              </a:spcBef>
            </a:pPr>
            <a:r>
              <a:rPr lang="en-US" sz="1500" b="1" dirty="0">
                <a:solidFill>
                  <a:srgbClr val="C00000"/>
                </a:solidFill>
                <a:latin typeface="Cabin Bold"/>
                <a:ea typeface="Cabin Bold"/>
                <a:cs typeface="Cabin Bold"/>
                <a:sym typeface="Cabin Bold"/>
              </a:rPr>
              <a:t>ĐIỀU CÔ MONG EM CẢI THIỆN</a:t>
            </a:r>
          </a:p>
        </p:txBody>
      </p:sp>
      <p:sp>
        <p:nvSpPr>
          <p:cNvPr id="57" name="TextBox 57">
            <a:extLst>
              <a:ext uri="{FF2B5EF4-FFF2-40B4-BE49-F238E27FC236}">
                <a16:creationId xmlns:a16="http://schemas.microsoft.com/office/drawing/2014/main" id="{1F8318A0-1A12-5F40-0779-EF6067F8D1D0}"/>
              </a:ext>
            </a:extLst>
          </p:cNvPr>
          <p:cNvSpPr txBox="1"/>
          <p:nvPr/>
        </p:nvSpPr>
        <p:spPr>
          <a:xfrm rot="20967903">
            <a:off x="-110273" y="3225032"/>
            <a:ext cx="2895082" cy="355867"/>
          </a:xfrm>
          <a:prstGeom prst="rect">
            <a:avLst/>
          </a:prstGeom>
        </p:spPr>
        <p:txBody>
          <a:bodyPr wrap="square" lIns="0" tIns="0" rIns="0" bIns="0" rtlCol="0" anchor="t">
            <a:spAutoFit/>
          </a:bodyPr>
          <a:lstStyle/>
          <a:p>
            <a:pPr algn="ctr">
              <a:lnSpc>
                <a:spcPts val="2896"/>
              </a:lnSpc>
              <a:spcBef>
                <a:spcPct val="0"/>
              </a:spcBef>
            </a:pPr>
            <a:r>
              <a:rPr lang="en-US" sz="2000" b="1" dirty="0" err="1">
                <a:solidFill>
                  <a:srgbClr val="C00000"/>
                </a:solidFill>
                <a:latin typeface="HP001 5 hàng" panose="020B0603050302020204" pitchFamily="34" charset="0"/>
                <a:ea typeface="Cabin Bold"/>
                <a:cs typeface="Cabin Bold"/>
                <a:sym typeface="Cabin Bold"/>
              </a:rPr>
              <a:t>Hạ</a:t>
            </a:r>
            <a:r>
              <a:rPr lang="en-US" sz="2000" b="1" dirty="0">
                <a:solidFill>
                  <a:srgbClr val="C00000"/>
                </a:solidFill>
                <a:latin typeface="HP001 5 hàng" panose="020B0603050302020204" pitchFamily="34" charset="0"/>
                <a:ea typeface="Cabin Bold"/>
                <a:cs typeface="Cabin Bold"/>
                <a:sym typeface="Cabin Bold"/>
              </a:rPr>
              <a:t> Khánh </a:t>
            </a:r>
            <a:r>
              <a:rPr lang="en-US" sz="2000" b="1" dirty="0" err="1">
                <a:solidFill>
                  <a:srgbClr val="C00000"/>
                </a:solidFill>
                <a:latin typeface="HP001 5 hàng" panose="020B0603050302020204" pitchFamily="34" charset="0"/>
                <a:ea typeface="Cabin Bold"/>
                <a:cs typeface="Cabin Bold"/>
                <a:sym typeface="Cabin Bold"/>
              </a:rPr>
              <a:t>Huyền</a:t>
            </a:r>
            <a:endParaRPr lang="en-US" sz="2000" b="1" dirty="0">
              <a:solidFill>
                <a:srgbClr val="C00000"/>
              </a:solidFill>
              <a:latin typeface="HP001 5 hàng" panose="020B0603050302020204" pitchFamily="34" charset="0"/>
              <a:ea typeface="Cabin Bold"/>
              <a:cs typeface="Cabin Bold"/>
              <a:sym typeface="Cabin Bold"/>
            </a:endParaRPr>
          </a:p>
        </p:txBody>
      </p:sp>
      <p:sp>
        <p:nvSpPr>
          <p:cNvPr id="58" name="TextBox 58">
            <a:extLst>
              <a:ext uri="{FF2B5EF4-FFF2-40B4-BE49-F238E27FC236}">
                <a16:creationId xmlns:a16="http://schemas.microsoft.com/office/drawing/2014/main" id="{8A35FCC3-B1A1-828C-D1B2-2CA64052E104}"/>
              </a:ext>
            </a:extLst>
          </p:cNvPr>
          <p:cNvSpPr txBox="1"/>
          <p:nvPr/>
        </p:nvSpPr>
        <p:spPr>
          <a:xfrm>
            <a:off x="2271649" y="962572"/>
            <a:ext cx="3016702" cy="355600"/>
          </a:xfrm>
          <a:prstGeom prst="rect">
            <a:avLst/>
          </a:prstGeom>
        </p:spPr>
        <p:txBody>
          <a:bodyPr lIns="0" tIns="0" rIns="0" bIns="0" rtlCol="0" anchor="t">
            <a:spAutoFit/>
          </a:bodyPr>
          <a:lstStyle/>
          <a:p>
            <a:pPr marL="0" lvl="0" indent="0" algn="ctr">
              <a:lnSpc>
                <a:spcPts val="2825"/>
              </a:lnSpc>
              <a:spcBef>
                <a:spcPct val="0"/>
              </a:spcBef>
            </a:pPr>
            <a:r>
              <a:rPr lang="en-US" sz="2500" b="1" spc="150" dirty="0">
                <a:solidFill>
                  <a:srgbClr val="FFFFFF"/>
                </a:solidFill>
                <a:latin typeface="Cabin Bold"/>
                <a:ea typeface="Cabin Bold"/>
                <a:cs typeface="Cabin Bold"/>
                <a:sym typeface="Cabin Bold"/>
              </a:rPr>
              <a:t>CUỐI HỌC KÌ I</a:t>
            </a:r>
          </a:p>
        </p:txBody>
      </p:sp>
      <p:sp>
        <p:nvSpPr>
          <p:cNvPr id="59" name="TextBox 59">
            <a:extLst>
              <a:ext uri="{FF2B5EF4-FFF2-40B4-BE49-F238E27FC236}">
                <a16:creationId xmlns:a16="http://schemas.microsoft.com/office/drawing/2014/main" id="{D075FA13-8D33-AC44-15B5-FA661A7907B3}"/>
              </a:ext>
            </a:extLst>
          </p:cNvPr>
          <p:cNvSpPr txBox="1"/>
          <p:nvPr/>
        </p:nvSpPr>
        <p:spPr>
          <a:xfrm>
            <a:off x="829152" y="1465050"/>
            <a:ext cx="4924555" cy="538609"/>
          </a:xfrm>
          <a:prstGeom prst="rect">
            <a:avLst/>
          </a:prstGeom>
        </p:spPr>
        <p:txBody>
          <a:bodyPr wrap="square" lIns="0" tIns="0" rIns="0" bIns="0" rtlCol="0" anchor="t">
            <a:spAutoFit/>
          </a:bodyPr>
          <a:lstStyle/>
          <a:p>
            <a:pPr algn="l">
              <a:lnSpc>
                <a:spcPts val="4200"/>
              </a:lnSpc>
              <a:spcBef>
                <a:spcPct val="0"/>
              </a:spcBef>
            </a:pPr>
            <a:r>
              <a:rPr lang="en-US" sz="3000" b="1" dirty="0">
                <a:solidFill>
                  <a:schemeClr val="tx2"/>
                </a:solidFill>
                <a:ea typeface="Cabin Bold"/>
                <a:cs typeface="Cabin Bold"/>
                <a:sym typeface="Cabin Bold"/>
              </a:rPr>
              <a:t>GVCN</a:t>
            </a:r>
            <a:r>
              <a:rPr lang="en-US" sz="3000" b="1" dirty="0">
                <a:solidFill>
                  <a:schemeClr val="tx2"/>
                </a:solidFill>
                <a:latin typeface="HP001 4 hàng" panose="020B0603050302020204" pitchFamily="34" charset="0"/>
                <a:ea typeface="Cabin Bold"/>
                <a:cs typeface="Cabin Bold"/>
                <a:sym typeface="Cabin Bold"/>
              </a:rPr>
              <a:t>: Nguyễn Thị Thu Cúc</a:t>
            </a:r>
          </a:p>
        </p:txBody>
      </p:sp>
      <p:graphicFrame>
        <p:nvGraphicFramePr>
          <p:cNvPr id="60" name="Table 60">
            <a:extLst>
              <a:ext uri="{FF2B5EF4-FFF2-40B4-BE49-F238E27FC236}">
                <a16:creationId xmlns:a16="http://schemas.microsoft.com/office/drawing/2014/main" id="{BC3C1617-F130-377B-7462-79A091A5CD58}"/>
              </a:ext>
            </a:extLst>
          </p:cNvPr>
          <p:cNvGraphicFramePr>
            <a:graphicFrameLocks noGrp="1"/>
          </p:cNvGraphicFramePr>
          <p:nvPr>
            <p:extLst>
              <p:ext uri="{D42A27DB-BD31-4B8C-83A1-F6EECF244321}">
                <p14:modId xmlns:p14="http://schemas.microsoft.com/office/powerpoint/2010/main" val="4089971290"/>
              </p:ext>
            </p:extLst>
          </p:nvPr>
        </p:nvGraphicFramePr>
        <p:xfrm>
          <a:off x="3343089" y="2197300"/>
          <a:ext cx="3752124" cy="5998343"/>
        </p:xfrm>
        <a:graphic>
          <a:graphicData uri="http://schemas.openxmlformats.org/drawingml/2006/table">
            <a:tbl>
              <a:tblPr/>
              <a:tblGrid>
                <a:gridCol w="2132889">
                  <a:extLst>
                    <a:ext uri="{9D8B030D-6E8A-4147-A177-3AD203B41FA5}">
                      <a16:colId xmlns:a16="http://schemas.microsoft.com/office/drawing/2014/main" val="20001"/>
                    </a:ext>
                  </a:extLst>
                </a:gridCol>
                <a:gridCol w="781022">
                  <a:extLst>
                    <a:ext uri="{9D8B030D-6E8A-4147-A177-3AD203B41FA5}">
                      <a16:colId xmlns:a16="http://schemas.microsoft.com/office/drawing/2014/main" val="20002"/>
                    </a:ext>
                  </a:extLst>
                </a:gridCol>
                <a:gridCol w="838213">
                  <a:extLst>
                    <a:ext uri="{9D8B030D-6E8A-4147-A177-3AD203B41FA5}">
                      <a16:colId xmlns:a16="http://schemas.microsoft.com/office/drawing/2014/main" val="3765791621"/>
                    </a:ext>
                  </a:extLst>
                </a:gridCol>
              </a:tblGrid>
              <a:tr h="1106759">
                <a:tc>
                  <a:txBody>
                    <a:bodyPr/>
                    <a:lstStyle/>
                    <a:p>
                      <a:pPr algn="ctr">
                        <a:lnSpc>
                          <a:spcPct val="100000"/>
                        </a:lnSpc>
                        <a:defRPr/>
                      </a:pPr>
                      <a:r>
                        <a:rPr lang="en-US" sz="2000" b="1" spc="146" dirty="0">
                          <a:solidFill>
                            <a:schemeClr val="tx2"/>
                          </a:solidFill>
                          <a:latin typeface="HP001 4 hàng" panose="020B0603050302020204" pitchFamily="34" charset="0"/>
                          <a:ea typeface="Cabin Bold"/>
                          <a:cs typeface="Cabin Bold"/>
                          <a:sym typeface="Cabin Bold"/>
                        </a:rPr>
                        <a:t>Môn học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Điểm</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err="1">
                          <a:solidFill>
                            <a:schemeClr val="tx2"/>
                          </a:solidFill>
                          <a:latin typeface="HP001 4 hàng" panose="020B0603050302020204" pitchFamily="34" charset="0"/>
                          <a:ea typeface="Cabin Bold"/>
                          <a:cs typeface="Cabin Bold"/>
                          <a:sym typeface="Cabin Bold"/>
                        </a:rPr>
                        <a:t>Mức</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đạt</a:t>
                      </a:r>
                      <a:r>
                        <a:rPr lang="en-US" sz="2000" b="1" dirty="0">
                          <a:solidFill>
                            <a:schemeClr val="tx2"/>
                          </a:solidFill>
                          <a:latin typeface="HP001 4 hàng" panose="020B0603050302020204" pitchFamily="34" charset="0"/>
                          <a:ea typeface="Cabin Bold"/>
                          <a:cs typeface="Cabin Bold"/>
                          <a:sym typeface="Cabin Bold"/>
                        </a:rPr>
                        <a:t> </a:t>
                      </a:r>
                      <a:r>
                        <a:rPr lang="en-US" sz="2000" b="1" dirty="0" err="1">
                          <a:solidFill>
                            <a:schemeClr val="tx2"/>
                          </a:solidFill>
                          <a:latin typeface="HP001 4 hàng" panose="020B0603050302020204" pitchFamily="34" charset="0"/>
                          <a:ea typeface="Cabin Bold"/>
                          <a:cs typeface="Cabin Bold"/>
                          <a:sym typeface="Cabin Bold"/>
                        </a:rPr>
                        <a:t>được</a:t>
                      </a:r>
                      <a:endParaRPr lang="en-US" sz="1100" dirty="0">
                        <a:solidFill>
                          <a:schemeClr val="tx2"/>
                        </a:solidFill>
                        <a:latin typeface="HP001 4 hàng" panose="020B0603050302020204" pitchFamily="34"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việt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8</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Toán</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8</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465122">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Lịch</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sử</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và</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Địa</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lý</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8</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Khoa học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7</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Tiếng</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anh</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8</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Đạo</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đức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r h="445982">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HĐ </a:t>
                      </a:r>
                      <a:r>
                        <a:rPr lang="en-US" sz="2000" b="1" dirty="0" err="1">
                          <a:solidFill>
                            <a:schemeClr val="tx2"/>
                          </a:solidFill>
                          <a:latin typeface="HP001 5 hàng" panose="020B0603050302020204" pitchFamily="34" charset="0"/>
                          <a:ea typeface="Cabin Bold"/>
                          <a:cs typeface="Cabin Bold"/>
                          <a:sym typeface="Cabin Bold"/>
                        </a:rPr>
                        <a:t>trải</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nghiệm</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7"/>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Giáo </a:t>
                      </a:r>
                      <a:r>
                        <a:rPr lang="en-US" sz="2000" b="1" dirty="0" err="1">
                          <a:solidFill>
                            <a:schemeClr val="tx2"/>
                          </a:solidFill>
                          <a:latin typeface="HP001 5 hàng" panose="020B0603050302020204" pitchFamily="34" charset="0"/>
                          <a:ea typeface="Cabin Bold"/>
                          <a:cs typeface="Cabin Bold"/>
                          <a:sym typeface="Cabin Bold"/>
                        </a:rPr>
                        <a:t>dục</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thể</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chất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8"/>
                  </a:ext>
                </a:extLst>
              </a:tr>
              <a:tr h="398048">
                <a:tc>
                  <a:txBody>
                    <a:bodyPr/>
                    <a:lstStyle/>
                    <a:p>
                      <a:pPr algn="ctr">
                        <a:lnSpc>
                          <a:spcPct val="100000"/>
                        </a:lnSpc>
                        <a:defRPr/>
                      </a:pPr>
                      <a:r>
                        <a:rPr lang="en-US" sz="2000" b="1">
                          <a:solidFill>
                            <a:schemeClr val="tx2"/>
                          </a:solidFill>
                          <a:latin typeface="HP001 5 hàng" panose="020B0603050302020204" pitchFamily="34" charset="0"/>
                          <a:ea typeface="Cabin Bold"/>
                          <a:cs typeface="Cabin Bold"/>
                          <a:sym typeface="Cabin Bold"/>
                        </a:rPr>
                        <a:t>Tin học</a:t>
                      </a:r>
                      <a:endParaRPr lang="en-US" sz="1100" b="1">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8</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9"/>
                  </a:ext>
                </a:extLst>
              </a:tr>
              <a:tr h="398048">
                <a:tc>
                  <a:txBody>
                    <a:bodyPr/>
                    <a:lstStyle/>
                    <a:p>
                      <a:pPr algn="ctr">
                        <a:lnSpc>
                          <a:spcPct val="100000"/>
                        </a:lnSpc>
                        <a:defRPr/>
                      </a:pPr>
                      <a:r>
                        <a:rPr lang="en-US" sz="2000" b="1" dirty="0">
                          <a:solidFill>
                            <a:schemeClr val="tx2"/>
                          </a:solidFill>
                          <a:latin typeface="HP001 5 hàng" panose="020B0603050302020204" pitchFamily="34" charset="0"/>
                          <a:ea typeface="Cabin Bold"/>
                          <a:cs typeface="Cabin Bold"/>
                          <a:sym typeface="Cabin Bold"/>
                        </a:rPr>
                        <a:t>Công </a:t>
                      </a:r>
                      <a:r>
                        <a:rPr lang="en-US" sz="2000" b="1" dirty="0" err="1">
                          <a:solidFill>
                            <a:schemeClr val="tx2"/>
                          </a:solidFill>
                          <a:latin typeface="HP001 5 hàng" panose="020B0603050302020204" pitchFamily="34" charset="0"/>
                          <a:ea typeface="Cabin Bold"/>
                          <a:cs typeface="Cabin Bold"/>
                          <a:sym typeface="Cabin Bold"/>
                        </a:rPr>
                        <a:t>nghệ</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sym typeface="Cabin Bold"/>
                        </a:rPr>
                        <a:t>8</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97D"/>
                          </a:solidFill>
                          <a:effectLst/>
                          <a:uLnTx/>
                          <a:uFillTx/>
                          <a:latin typeface="HP001 5 hàng" panose="020B0603050302020204" pitchFamily="34" charset="0"/>
                          <a:ea typeface="Cabin Bold"/>
                          <a:cs typeface="Cabin Bold"/>
                          <a:sym typeface="Cabin Bold"/>
                        </a:rPr>
                        <a:t>T</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0"/>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Âm</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nhạc</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1"/>
                  </a:ext>
                </a:extLst>
              </a:tr>
              <a:tr h="398048">
                <a:tc>
                  <a:txBody>
                    <a:bodyPr/>
                    <a:lstStyle/>
                    <a:p>
                      <a:pPr algn="ctr">
                        <a:lnSpc>
                          <a:spcPct val="100000"/>
                        </a:lnSpc>
                        <a:defRPr/>
                      </a:pPr>
                      <a:r>
                        <a:rPr lang="en-US" sz="2000" b="1" dirty="0" err="1">
                          <a:solidFill>
                            <a:schemeClr val="tx2"/>
                          </a:solidFill>
                          <a:latin typeface="HP001 5 hàng" panose="020B0603050302020204" pitchFamily="34" charset="0"/>
                          <a:ea typeface="Cabin Bold"/>
                          <a:cs typeface="Cabin Bold"/>
                          <a:sym typeface="Cabin Bold"/>
                        </a:rPr>
                        <a:t>Mĩ</a:t>
                      </a:r>
                      <a:r>
                        <a:rPr lang="en-US" sz="2000" b="1" dirty="0">
                          <a:solidFill>
                            <a:schemeClr val="tx2"/>
                          </a:solidFill>
                          <a:latin typeface="HP001 5 hàng" panose="020B0603050302020204" pitchFamily="34" charset="0"/>
                          <a:ea typeface="Cabin Bold"/>
                          <a:cs typeface="Cabin Bold"/>
                          <a:sym typeface="Cabin Bold"/>
                        </a:rPr>
                        <a:t> </a:t>
                      </a:r>
                      <a:r>
                        <a:rPr lang="en-US" sz="2000" b="1" dirty="0" err="1">
                          <a:solidFill>
                            <a:schemeClr val="tx2"/>
                          </a:solidFill>
                          <a:latin typeface="HP001 5 hàng" panose="020B0603050302020204" pitchFamily="34" charset="0"/>
                          <a:ea typeface="Cabin Bold"/>
                          <a:cs typeface="Cabin Bold"/>
                          <a:sym typeface="Cabin Bold"/>
                        </a:rPr>
                        <a:t>thuật</a:t>
                      </a: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lnSpc>
                          <a:spcPct val="100000"/>
                        </a:lnSpc>
                        <a:defRPr/>
                      </a:pPr>
                      <a:endParaRPr lang="en-US" sz="1100" b="1" dirty="0">
                        <a:solidFill>
                          <a:schemeClr val="tx2"/>
                        </a:solidFill>
                        <a:latin typeface="HP001 5 hàng" panose="020B0603050302020204" pitchFamily="34" charset="0"/>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97D"/>
                          </a:solidFill>
                          <a:effectLst/>
                          <a:uLnTx/>
                          <a:uFillTx/>
                          <a:latin typeface="HP001 5 hàng" panose="020B0603050302020204" pitchFamily="34" charset="0"/>
                          <a:ea typeface="Cabin Bold"/>
                          <a:cs typeface="Cabin Bold"/>
                          <a:sym typeface="Cabin Bold"/>
                        </a:rPr>
                        <a:t>H</a:t>
                      </a:r>
                      <a:endParaRPr kumimoji="0" lang="en-US" sz="1100" b="1" i="0" u="none" strike="noStrike" kern="1200" cap="none" spc="0" normalizeH="0" baseline="0" noProof="0" dirty="0">
                        <a:ln>
                          <a:noFill/>
                        </a:ln>
                        <a:solidFill>
                          <a:srgbClr val="1F497D"/>
                        </a:solidFill>
                        <a:effectLst/>
                        <a:uLnTx/>
                        <a:uFillTx/>
                        <a:latin typeface="HP001 5 hàng" panose="020B0603050302020204" pitchFamily="34" charset="0"/>
                        <a:ea typeface="+mn-ea"/>
                        <a:cs typeface="+mn-cs"/>
                      </a:endParaRPr>
                    </a:p>
                  </a:txBody>
                  <a:tcPr marL="0" marR="0" marT="0" marB="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1" name="Freeform 9">
            <a:extLst>
              <a:ext uri="{FF2B5EF4-FFF2-40B4-BE49-F238E27FC236}">
                <a16:creationId xmlns:a16="http://schemas.microsoft.com/office/drawing/2014/main" id="{DD928F73-ED3C-E5FF-549F-C6583E926E40}"/>
              </a:ext>
            </a:extLst>
          </p:cNvPr>
          <p:cNvSpPr/>
          <p:nvPr/>
        </p:nvSpPr>
        <p:spPr>
          <a:xfrm rot="19701567">
            <a:off x="1932560" y="5589908"/>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2" name="Freeform 9">
            <a:extLst>
              <a:ext uri="{FF2B5EF4-FFF2-40B4-BE49-F238E27FC236}">
                <a16:creationId xmlns:a16="http://schemas.microsoft.com/office/drawing/2014/main" id="{744A549D-5B6A-D563-1DD8-C993A395084A}"/>
              </a:ext>
            </a:extLst>
          </p:cNvPr>
          <p:cNvSpPr/>
          <p:nvPr/>
        </p:nvSpPr>
        <p:spPr>
          <a:xfrm rot="19701567">
            <a:off x="2119498" y="5553089"/>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3" name="Freeform 9">
            <a:extLst>
              <a:ext uri="{FF2B5EF4-FFF2-40B4-BE49-F238E27FC236}">
                <a16:creationId xmlns:a16="http://schemas.microsoft.com/office/drawing/2014/main" id="{D200BAD9-DAFC-2D69-DEC6-EFF622011337}"/>
              </a:ext>
            </a:extLst>
          </p:cNvPr>
          <p:cNvSpPr/>
          <p:nvPr/>
        </p:nvSpPr>
        <p:spPr>
          <a:xfrm rot="19701567">
            <a:off x="2306436" y="5516270"/>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64" name="Freeform 9">
            <a:extLst>
              <a:ext uri="{FF2B5EF4-FFF2-40B4-BE49-F238E27FC236}">
                <a16:creationId xmlns:a16="http://schemas.microsoft.com/office/drawing/2014/main" id="{794C61D1-3D9B-7D90-8D5B-7F595777B222}"/>
              </a:ext>
            </a:extLst>
          </p:cNvPr>
          <p:cNvSpPr/>
          <p:nvPr/>
        </p:nvSpPr>
        <p:spPr>
          <a:xfrm rot="19701567">
            <a:off x="2493374" y="5479451"/>
            <a:ext cx="172950" cy="161255"/>
          </a:xfrm>
          <a:custGeom>
            <a:avLst/>
            <a:gdLst/>
            <a:ahLst/>
            <a:cxnLst/>
            <a:rect l="l" t="t" r="r" b="b"/>
            <a:pathLst>
              <a:path w="137011" h="142181">
                <a:moveTo>
                  <a:pt x="0" y="0"/>
                </a:moveTo>
                <a:lnTo>
                  <a:pt x="137011" y="0"/>
                </a:lnTo>
                <a:lnTo>
                  <a:pt x="137011" y="142182"/>
                </a:lnTo>
                <a:lnTo>
                  <a:pt x="0" y="1421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A9C9C7CC-5760-15AF-9BB6-1F721DF5B17C}"/>
              </a:ext>
            </a:extLst>
          </p:cNvPr>
          <p:cNvSpPr/>
          <p:nvPr/>
        </p:nvSpPr>
        <p:spPr>
          <a:xfrm rot="-1368856">
            <a:off x="771298" y="1695298"/>
            <a:ext cx="343125" cy="987763"/>
          </a:xfrm>
          <a:custGeom>
            <a:avLst/>
            <a:gdLst/>
            <a:ahLst/>
            <a:cxnLst/>
            <a:rect l="l" t="t" r="r" b="b"/>
            <a:pathLst>
              <a:path w="343125" h="987763">
                <a:moveTo>
                  <a:pt x="0" y="0"/>
                </a:moveTo>
                <a:lnTo>
                  <a:pt x="343125" y="0"/>
                </a:lnTo>
                <a:lnTo>
                  <a:pt x="343125" y="987763"/>
                </a:lnTo>
                <a:lnTo>
                  <a:pt x="0" y="987763"/>
                </a:lnTo>
                <a:lnTo>
                  <a:pt x="0" y="0"/>
                </a:lnTo>
                <a:close/>
              </a:path>
            </a:pathLst>
          </a:custGeom>
          <a:blipFill>
            <a:blip r:embed="rId3"/>
            <a:stretch>
              <a:fillRect l="-100000" t="-177900"/>
            </a:stretch>
          </a:blipFill>
        </p:spPr>
        <p:txBody>
          <a:bodyPr/>
          <a:lstStyle/>
          <a:p>
            <a:endParaRPr lang="en-US"/>
          </a:p>
        </p:txBody>
      </p:sp>
    </p:spTree>
    <p:extLst>
      <p:ext uri="{BB962C8B-B14F-4D97-AF65-F5344CB8AC3E}">
        <p14:creationId xmlns:p14="http://schemas.microsoft.com/office/powerpoint/2010/main" val="894117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2248</Words>
  <Application>Microsoft Office PowerPoint</Application>
  <PresentationFormat>Custom</PresentationFormat>
  <Paragraphs>496</Paragraphs>
  <Slides>11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Cabin Bold</vt:lpstr>
      <vt:lpstr>Bungee</vt:lpstr>
      <vt:lpstr>Calibri</vt:lpstr>
      <vt:lpstr>HP001 5 hàng</vt:lpstr>
      <vt:lpstr>Aptos</vt:lpstr>
      <vt:lpstr>Arial</vt:lpstr>
      <vt:lpstr>HP001 4 hàng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and White Playful  Illustrative Back to School Poster (A4)</dc:title>
  <dc:creator>LAB N302</dc:creator>
  <cp:lastModifiedBy>Hà Ngọc Ánh | Giáo viên Tin học</cp:lastModifiedBy>
  <cp:revision>5</cp:revision>
  <dcterms:created xsi:type="dcterms:W3CDTF">2006-08-16T00:00:00Z</dcterms:created>
  <dcterms:modified xsi:type="dcterms:W3CDTF">2026-01-26T09:22:04Z</dcterms:modified>
  <dc:identifier>DAG_S6DJufc</dc:identifier>
</cp:coreProperties>
</file>