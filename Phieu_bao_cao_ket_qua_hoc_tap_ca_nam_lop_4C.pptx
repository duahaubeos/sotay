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7562088" cy="10689336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C_01_Bui_Thi_Chau_An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2088" cy="1068933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C_02_Hoang_Thi_Tram_An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2088" cy="1068933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C_03_Nguyen_Gia_Ba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2088" cy="1068933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C_04_inh_Huyen_Bi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2088" cy="1068933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C_05_Hoang_uc_Di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2088" cy="1068933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C_06_Phung_Ngoc_Die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2088" cy="1068933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C_07_Ha_Thuy_Du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2088" cy="1068933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C_08_Le_Minh_u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2088" cy="1068933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C_09_Tran_Hoang_H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2088" cy="1068933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C_10_Bui_Kim_H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2088" cy="1068933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C_11_Ha_Khanh_Huy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2088" cy="1068933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C_12_Ha_Anh_Kha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2088" cy="1068933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C_13_Ha_Thi_Thanh_L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2088" cy="1068933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C_14_Hoang_Thi_Cam_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2088" cy="1068933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C_15_Tran_Thi_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2088" cy="1068933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C_16_inh_Thi_Phuong_Ma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2088" cy="10689336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C_17_Bui_uc_Man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2088" cy="10689336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C_18_Ha_Bao_Ngo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2088" cy="10689336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C_19_Hoang_Anh_Phuo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2088" cy="10689336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C_20_Nguyen_Thanh_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2088" cy="10689336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C_21_oan_Kien_Th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2088" cy="10689336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C_22_inh_Ha_Hoang_Thi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2088" cy="10689336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C_23_Ha_inh_Van_To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2088" cy="10689336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C_24_oan_Viet_T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2088" cy="10689336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C_25_Hoang_Gia_V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2088" cy="1068933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